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74" r:id="rId9"/>
    <p:sldId id="276" r:id="rId10"/>
    <p:sldId id="262" r:id="rId11"/>
    <p:sldId id="275" r:id="rId12"/>
    <p:sldId id="263" r:id="rId13"/>
    <p:sldId id="264" r:id="rId14"/>
    <p:sldId id="265" r:id="rId15"/>
    <p:sldId id="266" r:id="rId16"/>
    <p:sldId id="267" r:id="rId17"/>
    <p:sldId id="277" r:id="rId18"/>
    <p:sldId id="278" r:id="rId19"/>
    <p:sldId id="268" r:id="rId20"/>
    <p:sldId id="269" r:id="rId21"/>
    <p:sldId id="271" r:id="rId22"/>
    <p:sldId id="272" r:id="rId23"/>
    <p:sldId id="273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5617446-DCB3-423A-B1F7-658B6A272E43}">
          <p14:sldIdLst>
            <p14:sldId id="256"/>
            <p14:sldId id="257"/>
            <p14:sldId id="270"/>
            <p14:sldId id="258"/>
            <p14:sldId id="259"/>
            <p14:sldId id="260"/>
            <p14:sldId id="261"/>
            <p14:sldId id="274"/>
            <p14:sldId id="276"/>
          </p14:sldIdLst>
        </p14:section>
        <p14:section name="Untitled Section" id="{0DDFA2B4-579F-409E-9884-6373AEBA6780}">
          <p14:sldIdLst>
            <p14:sldId id="262"/>
            <p14:sldId id="275"/>
            <p14:sldId id="263"/>
            <p14:sldId id="264"/>
            <p14:sldId id="265"/>
            <p14:sldId id="266"/>
            <p14:sldId id="267"/>
            <p14:sldId id="277"/>
            <p14:sldId id="278"/>
            <p14:sldId id="268"/>
            <p14:sldId id="269"/>
            <p14:sldId id="271"/>
            <p14:sldId id="272"/>
            <p14:sldId id="273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57DF-B224-4524-BB85-CAAAEEEE24E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525AA-8639-47C9-909E-F744A37C5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294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57DF-B224-4524-BB85-CAAAEEEE24E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525AA-8639-47C9-909E-F744A37C5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589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57DF-B224-4524-BB85-CAAAEEEE24E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525AA-8639-47C9-909E-F744A37C5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86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57DF-B224-4524-BB85-CAAAEEEE24E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525AA-8639-47C9-909E-F744A37C5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394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57DF-B224-4524-BB85-CAAAEEEE24E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525AA-8639-47C9-909E-F744A37C5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888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57DF-B224-4524-BB85-CAAAEEEE24E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525AA-8639-47C9-909E-F744A37C5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126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57DF-B224-4524-BB85-CAAAEEEE24E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525AA-8639-47C9-909E-F744A37C5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128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57DF-B224-4524-BB85-CAAAEEEE24E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525AA-8639-47C9-909E-F744A37C5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485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57DF-B224-4524-BB85-CAAAEEEE24E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525AA-8639-47C9-909E-F744A37C5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677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57DF-B224-4524-BB85-CAAAEEEE24E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525AA-8639-47C9-909E-F744A37C5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536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C57DF-B224-4524-BB85-CAAAEEEE24E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525AA-8639-47C9-909E-F744A37C5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462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0C57DF-B224-4524-BB85-CAAAEEEE24E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5525AA-8639-47C9-909E-F744A37C5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702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React Forms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From Manual to Scalable Validation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293868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Forms are used to collect user data </a:t>
            </a:r>
          </a:p>
          <a:p>
            <a:r>
              <a:rPr lang="en-US" dirty="0" smtClean="0"/>
              <a:t>Common in login, signup, employee apps </a:t>
            </a:r>
          </a:p>
          <a:p>
            <a:r>
              <a:rPr lang="en-US" dirty="0" smtClean="0"/>
              <a:t>Challenges: </a:t>
            </a:r>
          </a:p>
          <a:p>
            <a:pPr lvl="1"/>
            <a:r>
              <a:rPr lang="en-US" dirty="0" smtClean="0"/>
              <a:t>Handling state </a:t>
            </a:r>
          </a:p>
          <a:p>
            <a:pPr lvl="1"/>
            <a:r>
              <a:rPr lang="en-US" dirty="0" smtClean="0"/>
              <a:t>Validation </a:t>
            </a:r>
          </a:p>
          <a:p>
            <a:pPr lvl="1"/>
            <a:r>
              <a:rPr lang="en-US" dirty="0" smtClean="0"/>
              <a:t>Performance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910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React Forms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Small forms → Manual</a:t>
            </a:r>
          </a:p>
          <a:p>
            <a:r>
              <a:rPr lang="en-IN" dirty="0" smtClean="0"/>
              <a:t>Medium apps → Hook Form</a:t>
            </a:r>
          </a:p>
          <a:p>
            <a:r>
              <a:rPr lang="en-IN" dirty="0" smtClean="0"/>
              <a:t>Enterprise apps → Hook Form + </a:t>
            </a:r>
            <a:r>
              <a:rPr lang="en-IN" dirty="0" err="1" smtClean="0"/>
              <a:t>Zod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9383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Traditional Form Challenges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Too much state handling</a:t>
            </a:r>
          </a:p>
          <a:p>
            <a:r>
              <a:rPr lang="en-US" dirty="0" smtClean="0"/>
              <a:t>Manual validation logic</a:t>
            </a:r>
          </a:p>
          <a:p>
            <a:r>
              <a:rPr lang="en-US" dirty="0" smtClean="0"/>
              <a:t>Repeated code</a:t>
            </a:r>
          </a:p>
          <a:p>
            <a:r>
              <a:rPr lang="en-US" dirty="0" smtClean="0"/>
              <a:t>Hard to scale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0748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Simple Form (Manual)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Uses </a:t>
            </a:r>
            <a:r>
              <a:rPr lang="en-IN" dirty="0" err="1" smtClean="0"/>
              <a:t>useState</a:t>
            </a:r>
            <a:endParaRPr lang="en-IN" dirty="0" smtClean="0"/>
          </a:p>
          <a:p>
            <a:r>
              <a:rPr lang="en-IN" dirty="0" smtClean="0"/>
              <a:t>Separate handlers</a:t>
            </a:r>
          </a:p>
          <a:p>
            <a:r>
              <a:rPr lang="en-IN" dirty="0" smtClean="0"/>
              <a:t>Manual validation</a:t>
            </a:r>
          </a:p>
          <a:p>
            <a:endParaRPr lang="en-US" dirty="0"/>
          </a:p>
          <a:p>
            <a:r>
              <a:rPr lang="en-US" dirty="0" err="1" smtClean="0"/>
              <a:t>const</a:t>
            </a:r>
            <a:r>
              <a:rPr lang="en-US" dirty="0" smtClean="0"/>
              <a:t> [name, </a:t>
            </a:r>
            <a:r>
              <a:rPr lang="en-US" dirty="0" err="1" smtClean="0"/>
              <a:t>setName</a:t>
            </a:r>
            <a:r>
              <a:rPr lang="en-US" dirty="0" smtClean="0"/>
              <a:t>] = </a:t>
            </a:r>
            <a:r>
              <a:rPr lang="en-US" dirty="0" err="1" smtClean="0"/>
              <a:t>useState</a:t>
            </a:r>
            <a:r>
              <a:rPr lang="en-US" dirty="0" smtClean="0"/>
              <a:t>("");</a:t>
            </a:r>
          </a:p>
          <a:p>
            <a:r>
              <a:rPr lang="en-US" dirty="0" err="1" smtClean="0"/>
              <a:t>const</a:t>
            </a:r>
            <a:r>
              <a:rPr lang="en-US" dirty="0" smtClean="0"/>
              <a:t> [age, </a:t>
            </a:r>
            <a:r>
              <a:rPr lang="en-US" dirty="0" err="1" smtClean="0"/>
              <a:t>setAge</a:t>
            </a:r>
            <a:r>
              <a:rPr lang="en-US" dirty="0" smtClean="0"/>
              <a:t>] = </a:t>
            </a:r>
            <a:r>
              <a:rPr lang="en-US" dirty="0" err="1" smtClean="0"/>
              <a:t>useState</a:t>
            </a:r>
            <a:r>
              <a:rPr lang="en-US" dirty="0" smtClean="0"/>
              <a:t>(0);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229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Manual Form – Issues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Too many states</a:t>
            </a:r>
          </a:p>
          <a:p>
            <a:r>
              <a:rPr lang="en-US" dirty="0" smtClean="0"/>
              <a:t>Too many functions</a:t>
            </a:r>
          </a:p>
          <a:p>
            <a:r>
              <a:rPr lang="en-US" dirty="0" smtClean="0"/>
              <a:t>Validation scattered</a:t>
            </a:r>
          </a:p>
          <a:p>
            <a:r>
              <a:rPr lang="en-US" dirty="0" smtClean="0"/>
              <a:t>Not scalable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010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Approach 2 – React Hook Form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Reduces boilerplate</a:t>
            </a:r>
          </a:p>
          <a:p>
            <a:r>
              <a:rPr lang="en-US" dirty="0" smtClean="0"/>
              <a:t>Uses uncontrolled approach</a:t>
            </a:r>
          </a:p>
          <a:p>
            <a:r>
              <a:rPr lang="en-US" dirty="0" smtClean="0"/>
              <a:t>Better performance</a:t>
            </a:r>
          </a:p>
          <a:p>
            <a:endParaRPr lang="en-US" dirty="0"/>
          </a:p>
          <a:p>
            <a:r>
              <a:rPr lang="en-US" dirty="0" err="1" smtClean="0"/>
              <a:t>npm</a:t>
            </a:r>
            <a:r>
              <a:rPr lang="en-US" dirty="0" smtClean="0"/>
              <a:t> install react-hook-form </a:t>
            </a:r>
            <a:r>
              <a:rPr lang="en-US" dirty="0" err="1" smtClean="0"/>
              <a:t>zod</a:t>
            </a:r>
            <a:r>
              <a:rPr lang="en-US" dirty="0" smtClean="0"/>
              <a:t> @</a:t>
            </a:r>
            <a:r>
              <a:rPr lang="en-US" dirty="0" err="1" smtClean="0"/>
              <a:t>hookform</a:t>
            </a:r>
            <a:r>
              <a:rPr lang="en-US" dirty="0" smtClean="0"/>
              <a:t>/resolvers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8732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Hook Form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IN" dirty="0" smtClean="0"/>
          </a:p>
          <a:p>
            <a:r>
              <a:rPr lang="en-US" dirty="0"/>
              <a:t>type </a:t>
            </a:r>
            <a:r>
              <a:rPr lang="en-US" dirty="0" err="1"/>
              <a:t>FormData</a:t>
            </a:r>
            <a:r>
              <a:rPr lang="en-US" dirty="0"/>
              <a:t> = {</a:t>
            </a:r>
          </a:p>
          <a:p>
            <a:r>
              <a:rPr lang="en-US" dirty="0"/>
              <a:t>  name: string;</a:t>
            </a:r>
          </a:p>
          <a:p>
            <a:r>
              <a:rPr lang="en-US" dirty="0"/>
              <a:t>  age: number;</a:t>
            </a:r>
          </a:p>
          <a:p>
            <a:r>
              <a:rPr lang="en-US" dirty="0"/>
              <a:t>};</a:t>
            </a:r>
          </a:p>
          <a:p>
            <a:endParaRPr lang="en-IN" dirty="0"/>
          </a:p>
          <a:p>
            <a:r>
              <a:rPr lang="en-IN" dirty="0" err="1" smtClean="0"/>
              <a:t>const</a:t>
            </a:r>
            <a:r>
              <a:rPr lang="en-IN" dirty="0" smtClean="0"/>
              <a:t> {</a:t>
            </a:r>
          </a:p>
          <a:p>
            <a:r>
              <a:rPr lang="en-IN" dirty="0" smtClean="0"/>
              <a:t>    register,</a:t>
            </a:r>
          </a:p>
          <a:p>
            <a:r>
              <a:rPr lang="en-IN" dirty="0" smtClean="0"/>
              <a:t>    </a:t>
            </a:r>
            <a:r>
              <a:rPr lang="en-IN" dirty="0" err="1" smtClean="0"/>
              <a:t>handleSubmit</a:t>
            </a:r>
            <a:r>
              <a:rPr lang="en-IN" dirty="0" smtClean="0"/>
              <a:t>,</a:t>
            </a:r>
          </a:p>
          <a:p>
            <a:r>
              <a:rPr lang="en-IN" dirty="0" smtClean="0"/>
              <a:t>    </a:t>
            </a:r>
            <a:r>
              <a:rPr lang="en-IN" dirty="0" err="1" smtClean="0"/>
              <a:t>formState</a:t>
            </a:r>
            <a:r>
              <a:rPr lang="en-IN" dirty="0" smtClean="0"/>
              <a:t>: { errors }</a:t>
            </a:r>
          </a:p>
          <a:p>
            <a:r>
              <a:rPr lang="en-IN" dirty="0" smtClean="0"/>
              <a:t>  } = </a:t>
            </a:r>
            <a:r>
              <a:rPr lang="en-IN" dirty="0" err="1" smtClean="0"/>
              <a:t>useForm</a:t>
            </a:r>
            <a:r>
              <a:rPr lang="en-IN" dirty="0" smtClean="0"/>
              <a:t>&lt;</a:t>
            </a:r>
            <a:r>
              <a:rPr lang="en-IN" dirty="0" err="1" smtClean="0"/>
              <a:t>FormData</a:t>
            </a:r>
            <a:r>
              <a:rPr lang="en-IN" dirty="0" smtClean="0"/>
              <a:t>&gt;();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2622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Hook Form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&lt;form </a:t>
            </a:r>
            <a:r>
              <a:rPr lang="en-IN" dirty="0" err="1"/>
              <a:t>onSubmit</a:t>
            </a:r>
            <a:r>
              <a:rPr lang="en-IN" dirty="0"/>
              <a:t>={</a:t>
            </a:r>
            <a:r>
              <a:rPr lang="en-IN" dirty="0" err="1"/>
              <a:t>handleSubmit</a:t>
            </a:r>
            <a:r>
              <a:rPr lang="en-IN" dirty="0"/>
              <a:t>(</a:t>
            </a:r>
            <a:r>
              <a:rPr lang="en-IN" dirty="0" err="1"/>
              <a:t>onSubmit</a:t>
            </a:r>
            <a:r>
              <a:rPr lang="en-IN" dirty="0" smtClean="0"/>
              <a:t>)}&gt;</a:t>
            </a:r>
          </a:p>
          <a:p>
            <a:r>
              <a:rPr lang="en-US" dirty="0"/>
              <a:t> </a:t>
            </a:r>
          </a:p>
          <a:p>
            <a:r>
              <a:rPr lang="en-US" dirty="0" smtClean="0"/>
              <a:t>&lt;/form&gt;</a:t>
            </a:r>
          </a:p>
          <a:p>
            <a:r>
              <a:rPr lang="en-US" dirty="0" err="1" smtClean="0"/>
              <a:t>handleSubmit</a:t>
            </a:r>
            <a:r>
              <a:rPr lang="en-US" dirty="0" smtClean="0"/>
              <a:t> does auto validation</a:t>
            </a:r>
          </a:p>
          <a:p>
            <a:endParaRPr lang="en-US" dirty="0"/>
          </a:p>
          <a:p>
            <a:r>
              <a:rPr lang="en-IN" dirty="0"/>
              <a:t> </a:t>
            </a: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onSubmit</a:t>
            </a:r>
            <a:r>
              <a:rPr lang="en-IN" dirty="0"/>
              <a:t> = (data: </a:t>
            </a:r>
            <a:r>
              <a:rPr lang="en-IN" dirty="0" err="1"/>
              <a:t>FormData</a:t>
            </a:r>
            <a:r>
              <a:rPr lang="en-IN" dirty="0"/>
              <a:t>) =&gt; {</a:t>
            </a:r>
          </a:p>
          <a:p>
            <a:r>
              <a:rPr lang="en-IN" dirty="0" smtClean="0"/>
              <a:t>  //connect </a:t>
            </a:r>
            <a:r>
              <a:rPr lang="en-IN" dirty="0" err="1" smtClean="0"/>
              <a:t>backEND</a:t>
            </a:r>
            <a:endParaRPr lang="en-IN" dirty="0"/>
          </a:p>
          <a:p>
            <a:r>
              <a:rPr lang="en-IN" dirty="0"/>
              <a:t>  };</a:t>
            </a:r>
          </a:p>
        </p:txBody>
      </p:sp>
    </p:spTree>
    <p:extLst>
      <p:ext uri="{BB962C8B-B14F-4D97-AF65-F5344CB8AC3E}">
        <p14:creationId xmlns:p14="http://schemas.microsoft.com/office/powerpoint/2010/main" val="453391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Hook Form Code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  &lt;input</a:t>
            </a:r>
          </a:p>
          <a:p>
            <a:r>
              <a:rPr lang="en-US" dirty="0"/>
              <a:t>        placeholder="Name"</a:t>
            </a:r>
          </a:p>
          <a:p>
            <a:r>
              <a:rPr lang="en-US" dirty="0"/>
              <a:t>        {...register("name", { required: "Name required" })}</a:t>
            </a:r>
          </a:p>
          <a:p>
            <a:r>
              <a:rPr lang="en-US" dirty="0"/>
              <a:t>      </a:t>
            </a:r>
            <a:r>
              <a:rPr lang="en-US" dirty="0" smtClean="0"/>
              <a:t>/&gt;</a:t>
            </a:r>
          </a:p>
          <a:p>
            <a:r>
              <a:rPr lang="en-US" dirty="0"/>
              <a:t> &lt;p&gt;{</a:t>
            </a:r>
            <a:r>
              <a:rPr lang="en-US" dirty="0" err="1"/>
              <a:t>errors.name?.message</a:t>
            </a:r>
            <a:r>
              <a:rPr lang="en-US" dirty="0"/>
              <a:t>}&lt;/p&gt;</a:t>
            </a:r>
          </a:p>
          <a:p>
            <a:r>
              <a:rPr lang="en-US" dirty="0" smtClean="0"/>
              <a:t>register() connects input</a:t>
            </a:r>
          </a:p>
          <a:p>
            <a:r>
              <a:rPr lang="en-US" dirty="0" smtClean="0"/>
              <a:t>Built-in validation</a:t>
            </a:r>
          </a:p>
          <a:p>
            <a:r>
              <a:rPr lang="en-US" dirty="0" smtClean="0"/>
              <a:t>No </a:t>
            </a:r>
            <a:r>
              <a:rPr lang="en-US" dirty="0" err="1" smtClean="0"/>
              <a:t>useState</a:t>
            </a:r>
            <a:endParaRPr lang="en-US" dirty="0" smtClean="0"/>
          </a:p>
          <a:p>
            <a:r>
              <a:rPr lang="en-US" dirty="0" smtClean="0"/>
              <a:t>Errors auto </a:t>
            </a:r>
            <a:r>
              <a:rPr lang="en-US" dirty="0"/>
              <a:t>error object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8639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Hook Form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 &lt;input</a:t>
            </a:r>
          </a:p>
          <a:p>
            <a:r>
              <a:rPr lang="en-IN" dirty="0"/>
              <a:t>        type="number"</a:t>
            </a:r>
          </a:p>
          <a:p>
            <a:r>
              <a:rPr lang="en-IN" dirty="0"/>
              <a:t>        {...register("age", {</a:t>
            </a:r>
          </a:p>
          <a:p>
            <a:r>
              <a:rPr lang="en-IN" dirty="0"/>
              <a:t>          </a:t>
            </a:r>
            <a:r>
              <a:rPr lang="en-IN" dirty="0" err="1"/>
              <a:t>valueAsNumber</a:t>
            </a:r>
            <a:r>
              <a:rPr lang="en-IN" dirty="0"/>
              <a:t>: true,</a:t>
            </a:r>
          </a:p>
          <a:p>
            <a:r>
              <a:rPr lang="en-IN" dirty="0"/>
              <a:t>          min: { value: 18, message: "Age must be &gt;= 18" },</a:t>
            </a:r>
          </a:p>
          <a:p>
            <a:r>
              <a:rPr lang="en-IN" dirty="0"/>
              <a:t>          max:{value:120,message:"Plz enter correct age"},</a:t>
            </a:r>
          </a:p>
          <a:p>
            <a:r>
              <a:rPr lang="en-IN" dirty="0"/>
              <a:t>          </a:t>
            </a:r>
            <a:r>
              <a:rPr lang="en-IN" dirty="0" err="1"/>
              <a:t>required:"Must</a:t>
            </a:r>
            <a:r>
              <a:rPr lang="en-IN" dirty="0"/>
              <a:t> enter age"</a:t>
            </a:r>
          </a:p>
          <a:p>
            <a:r>
              <a:rPr lang="en-IN" dirty="0"/>
              <a:t>        })}</a:t>
            </a:r>
          </a:p>
          <a:p>
            <a:r>
              <a:rPr lang="en-IN" dirty="0"/>
              <a:t>      /&gt;</a:t>
            </a:r>
          </a:p>
          <a:p>
            <a:r>
              <a:rPr lang="en-IN" dirty="0"/>
              <a:t>      &lt;p&gt;{</a:t>
            </a:r>
            <a:r>
              <a:rPr lang="en-IN" dirty="0" err="1"/>
              <a:t>errors.age?.message</a:t>
            </a:r>
            <a:r>
              <a:rPr lang="en-IN" dirty="0"/>
              <a:t>}&lt;/p&gt;</a:t>
            </a:r>
          </a:p>
        </p:txBody>
      </p:sp>
    </p:spTree>
    <p:extLst>
      <p:ext uri="{BB962C8B-B14F-4D97-AF65-F5344CB8AC3E}">
        <p14:creationId xmlns:p14="http://schemas.microsoft.com/office/powerpoint/2010/main" val="969364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Hook Form Benefits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Less code </a:t>
            </a:r>
          </a:p>
          <a:p>
            <a:r>
              <a:rPr lang="en-US" dirty="0" smtClean="0"/>
              <a:t>Better performance </a:t>
            </a:r>
          </a:p>
          <a:p>
            <a:r>
              <a:rPr lang="en-US" dirty="0" smtClean="0"/>
              <a:t>Easy validation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8727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Hook Form Limitation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Validation inside UI</a:t>
            </a:r>
          </a:p>
          <a:p>
            <a:r>
              <a:rPr lang="en-US" dirty="0" smtClean="0"/>
              <a:t>Not reusable</a:t>
            </a:r>
          </a:p>
          <a:p>
            <a:r>
              <a:rPr lang="en-US" dirty="0" smtClean="0"/>
              <a:t>Hard to maintain in large apps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0510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Hook Form + </a:t>
            </a:r>
            <a:r>
              <a:rPr lang="en-IN" dirty="0" err="1" smtClean="0"/>
              <a:t>Zod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Validation moved to schema</a:t>
            </a:r>
          </a:p>
          <a:p>
            <a:r>
              <a:rPr lang="en-US" dirty="0" smtClean="0"/>
              <a:t>Clean separation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6305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Zod</a:t>
            </a:r>
            <a:r>
              <a:rPr lang="en-IN" dirty="0" smtClean="0"/>
              <a:t> Schema 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export </a:t>
            </a: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empSchema</a:t>
            </a:r>
            <a:r>
              <a:rPr lang="en-US" dirty="0"/>
              <a:t>=</a:t>
            </a:r>
            <a:r>
              <a:rPr lang="en-US" dirty="0" err="1"/>
              <a:t>z.object</a:t>
            </a:r>
            <a:r>
              <a:rPr lang="en-US" dirty="0"/>
              <a:t>({</a:t>
            </a:r>
          </a:p>
          <a:p>
            <a:r>
              <a:rPr lang="en-US" dirty="0"/>
              <a:t>    </a:t>
            </a:r>
            <a:r>
              <a:rPr lang="en-US" dirty="0" err="1"/>
              <a:t>name:z.string</a:t>
            </a:r>
            <a:r>
              <a:rPr lang="en-US" dirty="0"/>
              <a:t>().min(1,"Name is required"),</a:t>
            </a:r>
          </a:p>
          <a:p>
            <a:r>
              <a:rPr lang="en-US" dirty="0"/>
              <a:t>    </a:t>
            </a:r>
            <a:r>
              <a:rPr lang="en-US" dirty="0" err="1"/>
              <a:t>age:z.number</a:t>
            </a:r>
            <a:r>
              <a:rPr lang="en-US" dirty="0"/>
              <a:t>().min(18,"Age must be &gt;=18").</a:t>
            </a:r>
          </a:p>
          <a:p>
            <a:r>
              <a:rPr lang="en-US" dirty="0"/>
              <a:t>    max(120,"Age cannot beyond 120"),</a:t>
            </a:r>
          </a:p>
          <a:p>
            <a:r>
              <a:rPr lang="en-US" dirty="0"/>
              <a:t>});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2253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Integration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 err="1" smtClean="0"/>
              <a:t>useForm</a:t>
            </a:r>
            <a:r>
              <a:rPr lang="en-IN" dirty="0" smtClean="0"/>
              <a:t>({</a:t>
            </a:r>
            <a:br>
              <a:rPr lang="en-IN" dirty="0" smtClean="0"/>
            </a:br>
            <a:r>
              <a:rPr lang="en-IN" dirty="0" smtClean="0"/>
              <a:t>resolver: </a:t>
            </a:r>
            <a:r>
              <a:rPr lang="en-IN" dirty="0" err="1" smtClean="0"/>
              <a:t>zodResolver</a:t>
            </a:r>
            <a:r>
              <a:rPr lang="en-IN" dirty="0" smtClean="0"/>
              <a:t>(schema)</a:t>
            </a:r>
            <a:br>
              <a:rPr lang="en-IN" dirty="0" smtClean="0"/>
            </a:br>
            <a:r>
              <a:rPr lang="en-IN" dirty="0" smtClean="0"/>
              <a:t>});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 smtClean="0"/>
              <a:t>Hook + </a:t>
            </a:r>
            <a:r>
              <a:rPr lang="en-US" b="1" dirty="0" err="1" smtClean="0"/>
              <a:t>Zod</a:t>
            </a:r>
            <a:endParaRPr lang="en-US" b="1" dirty="0"/>
          </a:p>
          <a:p>
            <a:r>
              <a:rPr lang="en-IN" dirty="0"/>
              <a:t> </a:t>
            </a:r>
            <a:r>
              <a:rPr lang="en-IN" dirty="0" err="1"/>
              <a:t>const</a:t>
            </a:r>
            <a:r>
              <a:rPr lang="en-IN" dirty="0"/>
              <a:t> {</a:t>
            </a:r>
          </a:p>
          <a:p>
            <a:r>
              <a:rPr lang="en-IN" dirty="0"/>
              <a:t>        register,</a:t>
            </a:r>
          </a:p>
          <a:p>
            <a:r>
              <a:rPr lang="en-IN" dirty="0"/>
              <a:t>        </a:t>
            </a:r>
            <a:r>
              <a:rPr lang="en-IN" dirty="0" err="1"/>
              <a:t>handleSubmit</a:t>
            </a:r>
            <a:r>
              <a:rPr lang="en-IN" dirty="0"/>
              <a:t>,</a:t>
            </a:r>
          </a:p>
          <a:p>
            <a:r>
              <a:rPr lang="en-IN" dirty="0"/>
              <a:t>        </a:t>
            </a:r>
            <a:r>
              <a:rPr lang="en-IN" dirty="0" err="1"/>
              <a:t>formState</a:t>
            </a:r>
            <a:r>
              <a:rPr lang="en-IN" dirty="0"/>
              <a:t>: { errors }</a:t>
            </a:r>
          </a:p>
          <a:p>
            <a:r>
              <a:rPr lang="en-IN" dirty="0"/>
              <a:t>      } = </a:t>
            </a:r>
            <a:r>
              <a:rPr lang="en-IN" dirty="0" err="1"/>
              <a:t>useForm</a:t>
            </a:r>
            <a:r>
              <a:rPr lang="en-IN" dirty="0"/>
              <a:t>&lt;</a:t>
            </a:r>
            <a:r>
              <a:rPr lang="en-IN" dirty="0" err="1"/>
              <a:t>EmpData</a:t>
            </a:r>
            <a:r>
              <a:rPr lang="en-IN" dirty="0"/>
              <a:t>&gt;(</a:t>
            </a:r>
          </a:p>
          <a:p>
            <a:r>
              <a:rPr lang="en-IN" dirty="0"/>
              <a:t>        {resolver: </a:t>
            </a:r>
            <a:r>
              <a:rPr lang="en-IN" dirty="0" err="1"/>
              <a:t>zodResolver</a:t>
            </a:r>
            <a:r>
              <a:rPr lang="en-IN" dirty="0"/>
              <a:t>(</a:t>
            </a:r>
            <a:r>
              <a:rPr lang="en-IN" dirty="0" err="1"/>
              <a:t>empSchema</a:t>
            </a:r>
            <a:r>
              <a:rPr lang="en-IN" dirty="0"/>
              <a:t>)}</a:t>
            </a:r>
          </a:p>
          <a:p>
            <a:r>
              <a:rPr lang="en-IN" dirty="0"/>
              <a:t>      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0272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Hook Form + </a:t>
            </a:r>
            <a:r>
              <a:rPr lang="en-IN" dirty="0" err="1"/>
              <a:t>Zod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 &lt;form  </a:t>
            </a:r>
            <a:r>
              <a:rPr lang="en-IN" dirty="0" err="1"/>
              <a:t>onSubmit</a:t>
            </a:r>
            <a:r>
              <a:rPr lang="en-IN" dirty="0"/>
              <a:t>={</a:t>
            </a:r>
            <a:r>
              <a:rPr lang="en-IN" dirty="0" err="1"/>
              <a:t>handleSubmit</a:t>
            </a:r>
            <a:r>
              <a:rPr lang="en-IN" dirty="0"/>
              <a:t>(</a:t>
            </a:r>
            <a:r>
              <a:rPr lang="en-IN" dirty="0" err="1"/>
              <a:t>onSubmit</a:t>
            </a:r>
            <a:r>
              <a:rPr lang="en-IN" dirty="0"/>
              <a:t>)}&gt;</a:t>
            </a:r>
          </a:p>
          <a:p>
            <a:endParaRPr lang="en-IN" dirty="0"/>
          </a:p>
          <a:p>
            <a:r>
              <a:rPr lang="en-IN" dirty="0"/>
              <a:t>        &lt;/form&gt;</a:t>
            </a:r>
          </a:p>
        </p:txBody>
      </p:sp>
    </p:spTree>
    <p:extLst>
      <p:ext uri="{BB962C8B-B14F-4D97-AF65-F5344CB8AC3E}">
        <p14:creationId xmlns:p14="http://schemas.microsoft.com/office/powerpoint/2010/main" val="40524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Hook Form + </a:t>
            </a:r>
            <a:r>
              <a:rPr lang="en-IN" dirty="0" err="1"/>
              <a:t>Zod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&lt;input {...register("name")} placeholder="Enter Name"&gt;&lt;/input&gt;</a:t>
            </a:r>
          </a:p>
          <a:p>
            <a:r>
              <a:rPr lang="en-IN" dirty="0"/>
              <a:t>            &lt;p&gt;{</a:t>
            </a:r>
            <a:r>
              <a:rPr lang="en-IN" dirty="0" err="1"/>
              <a:t>errors.name?.message</a:t>
            </a:r>
            <a:r>
              <a:rPr lang="en-IN" dirty="0"/>
              <a:t>}&lt;/p&gt;</a:t>
            </a:r>
          </a:p>
          <a:p>
            <a:r>
              <a:rPr lang="en-IN" dirty="0"/>
              <a:t>            &lt;input type="number" {...register("age",{</a:t>
            </a:r>
            <a:r>
              <a:rPr lang="en-IN" dirty="0" err="1"/>
              <a:t>valueAsNumber:true</a:t>
            </a:r>
            <a:r>
              <a:rPr lang="en-IN" dirty="0"/>
              <a:t>})} placeholder="Enter Age</a:t>
            </a:r>
            <a:r>
              <a:rPr lang="en-IN" dirty="0" smtClean="0"/>
              <a:t>"&gt;</a:t>
            </a:r>
          </a:p>
          <a:p>
            <a:r>
              <a:rPr lang="en-IN" dirty="0" smtClean="0"/>
              <a:t>&lt;/</a:t>
            </a:r>
            <a:r>
              <a:rPr lang="en-IN" dirty="0"/>
              <a:t>input&gt;</a:t>
            </a:r>
          </a:p>
          <a:p>
            <a:r>
              <a:rPr lang="en-IN" dirty="0"/>
              <a:t>               &lt;p&gt;{</a:t>
            </a:r>
            <a:r>
              <a:rPr lang="en-IN" dirty="0" err="1"/>
              <a:t>errors.age?.message</a:t>
            </a:r>
            <a:r>
              <a:rPr lang="en-IN" dirty="0"/>
              <a:t>}&lt;/p&gt;</a:t>
            </a:r>
          </a:p>
        </p:txBody>
      </p:sp>
    </p:spTree>
    <p:extLst>
      <p:ext uri="{BB962C8B-B14F-4D97-AF65-F5344CB8AC3E}">
        <p14:creationId xmlns:p14="http://schemas.microsoft.com/office/powerpoint/2010/main" val="1623673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Benefits of </a:t>
            </a:r>
            <a:r>
              <a:rPr lang="en-IN" dirty="0" err="1" smtClean="0"/>
              <a:t>Zod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Centralized validation </a:t>
            </a:r>
          </a:p>
          <a:p>
            <a:r>
              <a:rPr lang="en-US" dirty="0" smtClean="0"/>
              <a:t>Reusable rules </a:t>
            </a:r>
          </a:p>
          <a:p>
            <a:r>
              <a:rPr lang="en-US" dirty="0" smtClean="0"/>
              <a:t>Type-safe </a:t>
            </a:r>
          </a:p>
          <a:p>
            <a:r>
              <a:rPr lang="en-US" dirty="0" smtClean="0"/>
              <a:t>Scalable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4889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Controlled vs Uncontrolled Components in React</a:t>
            </a: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Controlled Components: </a:t>
            </a:r>
            <a:r>
              <a:rPr lang="en-US" dirty="0" smtClean="0"/>
              <a:t>Input value is controlled by </a:t>
            </a:r>
            <a:r>
              <a:rPr lang="en-US" b="1" dirty="0" smtClean="0"/>
              <a:t>React state</a:t>
            </a:r>
          </a:p>
          <a:p>
            <a:endParaRPr lang="en-US" b="1" dirty="0"/>
          </a:p>
          <a:p>
            <a:r>
              <a:rPr lang="en-US" dirty="0" smtClean="0"/>
              <a:t>Uses </a:t>
            </a:r>
            <a:r>
              <a:rPr lang="en-US" dirty="0" err="1" smtClean="0"/>
              <a:t>useState</a:t>
            </a:r>
            <a:endParaRPr lang="en-US" dirty="0" smtClean="0"/>
          </a:p>
          <a:p>
            <a:r>
              <a:rPr lang="en-US" dirty="0" smtClean="0"/>
              <a:t>React is the single source of truth</a:t>
            </a:r>
          </a:p>
          <a:p>
            <a:r>
              <a:rPr lang="en-US" dirty="0" smtClean="0"/>
              <a:t>Updates on every change</a:t>
            </a:r>
          </a:p>
          <a:p>
            <a:endParaRPr lang="en-US" dirty="0"/>
          </a:p>
          <a:p>
            <a:r>
              <a:rPr lang="en-IN" dirty="0" smtClean="0"/>
              <a:t>User types  ==&gt; </a:t>
            </a:r>
            <a:r>
              <a:rPr lang="en-IN" dirty="0" err="1" smtClean="0"/>
              <a:t>onChange</a:t>
            </a:r>
            <a:r>
              <a:rPr lang="en-IN" dirty="0" smtClean="0"/>
              <a:t> event  ==&gt; </a:t>
            </a:r>
            <a:r>
              <a:rPr lang="en-IN" dirty="0" err="1" smtClean="0"/>
              <a:t>setState</a:t>
            </a:r>
            <a:r>
              <a:rPr lang="en-IN" dirty="0" smtClean="0"/>
              <a:t>    ==&gt; Re-render ==&gt; Input updated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420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Advantages of Controlled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Easy validation </a:t>
            </a:r>
          </a:p>
          <a:p>
            <a:r>
              <a:rPr lang="en-US" dirty="0" smtClean="0"/>
              <a:t>Full control over data </a:t>
            </a:r>
          </a:p>
          <a:p>
            <a:r>
              <a:rPr lang="en-US" dirty="0" smtClean="0"/>
              <a:t>Predictable behavior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1665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Disadvantages of Controlled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More code </a:t>
            </a:r>
          </a:p>
          <a:p>
            <a:r>
              <a:rPr lang="en-US" dirty="0" smtClean="0"/>
              <a:t>Re-renders on every input </a:t>
            </a:r>
          </a:p>
          <a:p>
            <a:r>
              <a:rPr lang="en-US" dirty="0" smtClean="0"/>
              <a:t>Performance issues in large forms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575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an Uncontrolled Component?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an Uncontrolled Component?</a:t>
            </a:r>
          </a:p>
          <a:p>
            <a:r>
              <a:rPr lang="en-US" dirty="0" smtClean="0"/>
              <a:t>Input value is handled by DOM (not React state)</a:t>
            </a:r>
          </a:p>
          <a:p>
            <a:endParaRPr lang="en-US" dirty="0"/>
          </a:p>
          <a:p>
            <a:r>
              <a:rPr lang="en-IN" dirty="0" smtClean="0"/>
              <a:t>User types ==&gt; DOM updates value </a:t>
            </a:r>
            <a:r>
              <a:rPr lang="en-IN" dirty="0" smtClean="0">
                <a:sym typeface="Wingdings" panose="05000000000000000000" pitchFamily="2" charset="2"/>
              </a:rPr>
              <a:t>===&gt; </a:t>
            </a:r>
            <a:r>
              <a:rPr lang="en-IN" dirty="0" smtClean="0"/>
              <a:t>No React re-render =</a:t>
            </a:r>
            <a:r>
              <a:rPr lang="en-IN" dirty="0" smtClean="0">
                <a:sym typeface="Wingdings" panose="05000000000000000000" pitchFamily="2" charset="2"/>
              </a:rPr>
              <a:t>&gt;</a:t>
            </a:r>
            <a:r>
              <a:rPr lang="en-IN" dirty="0" smtClean="0"/>
              <a:t>Value accessed via ref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819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Custom Validations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 validation in </a:t>
            </a:r>
            <a:r>
              <a:rPr lang="en-US" b="1" dirty="0" smtClean="0"/>
              <a:t>React </a:t>
            </a:r>
            <a:r>
              <a:rPr lang="en-US" b="1" dirty="0"/>
              <a:t>Hook </a:t>
            </a:r>
            <a:r>
              <a:rPr lang="en-US" b="1" dirty="0" smtClean="0"/>
              <a:t>Form</a:t>
            </a:r>
            <a:r>
              <a:rPr lang="en-US" dirty="0" smtClean="0"/>
              <a:t> </a:t>
            </a:r>
            <a:r>
              <a:rPr lang="en-US" dirty="0"/>
              <a:t>is actually one of the most powerful features—clean, reusable, and scalable.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08984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validateName</a:t>
            </a:r>
            <a:r>
              <a:rPr lang="en-US" dirty="0"/>
              <a:t> = (value: string) =&gt; {</a:t>
            </a:r>
          </a:p>
          <a:p>
            <a:r>
              <a:rPr lang="en-US" dirty="0"/>
              <a:t>  if (!value) return "Name is required";</a:t>
            </a:r>
          </a:p>
          <a:p>
            <a:r>
              <a:rPr lang="en-US" dirty="0"/>
              <a:t>  if (</a:t>
            </a:r>
            <a:r>
              <a:rPr lang="en-US" dirty="0" err="1"/>
              <a:t>value.length</a:t>
            </a:r>
            <a:r>
              <a:rPr lang="en-US" dirty="0"/>
              <a:t> &lt; 3) return "Min 3 chars required";</a:t>
            </a:r>
          </a:p>
          <a:p>
            <a:r>
              <a:rPr lang="en-US" dirty="0"/>
              <a:t>  return true;</a:t>
            </a:r>
          </a:p>
          <a:p>
            <a:r>
              <a:rPr lang="en-US" dirty="0"/>
              <a:t>};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validateAge</a:t>
            </a:r>
            <a:r>
              <a:rPr lang="en-US" dirty="0"/>
              <a:t> = (value: number) =&gt; {</a:t>
            </a:r>
          </a:p>
          <a:p>
            <a:r>
              <a:rPr lang="en-US" dirty="0"/>
              <a:t>  if (value &lt; 18) return "Must be 18+";</a:t>
            </a:r>
          </a:p>
          <a:p>
            <a:r>
              <a:rPr lang="en-US" dirty="0"/>
              <a:t>  return true;</a:t>
            </a:r>
          </a:p>
          <a:p>
            <a:r>
              <a:rPr lang="en-US" dirty="0"/>
              <a:t>};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23367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&lt;input</a:t>
            </a:r>
          </a:p>
          <a:p>
            <a:r>
              <a:rPr lang="en-IN" dirty="0"/>
              <a:t>        placeholder="Name"</a:t>
            </a:r>
          </a:p>
          <a:p>
            <a:r>
              <a:rPr lang="en-IN" dirty="0"/>
              <a:t>        {...register("name",  { validate: </a:t>
            </a:r>
            <a:r>
              <a:rPr lang="en-IN" dirty="0" err="1"/>
              <a:t>validateName</a:t>
            </a:r>
            <a:r>
              <a:rPr lang="en-IN" dirty="0"/>
              <a:t> })}</a:t>
            </a:r>
          </a:p>
          <a:p>
            <a:r>
              <a:rPr lang="en-IN" dirty="0"/>
              <a:t>      /&gt;</a:t>
            </a:r>
          </a:p>
          <a:p>
            <a:endParaRPr lang="en-US" dirty="0" smtClean="0"/>
          </a:p>
          <a:p>
            <a:r>
              <a:rPr lang="en-US" dirty="0"/>
              <a:t> &lt;input</a:t>
            </a:r>
          </a:p>
          <a:p>
            <a:r>
              <a:rPr lang="en-US" dirty="0"/>
              <a:t>        type="number"</a:t>
            </a:r>
          </a:p>
          <a:p>
            <a:r>
              <a:rPr lang="en-US" dirty="0"/>
              <a:t>        {...register("age", {</a:t>
            </a:r>
            <a:r>
              <a:rPr lang="en-US" dirty="0" err="1"/>
              <a:t>validate:validateAge</a:t>
            </a:r>
            <a:r>
              <a:rPr lang="en-US" dirty="0"/>
              <a:t>})}</a:t>
            </a:r>
          </a:p>
          <a:p>
            <a:r>
              <a:rPr lang="en-US" dirty="0"/>
              <a:t>      /&gt;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16055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 Thanks!!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1298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542</Words>
  <Application>Microsoft Office PowerPoint</Application>
  <PresentationFormat>Widescreen</PresentationFormat>
  <Paragraphs>165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Wingdings</vt:lpstr>
      <vt:lpstr>Office Theme</vt:lpstr>
      <vt:lpstr>React Forms</vt:lpstr>
      <vt:lpstr>Introduction</vt:lpstr>
      <vt:lpstr>React Forms</vt:lpstr>
      <vt:lpstr>Traditional Form Challenges</vt:lpstr>
      <vt:lpstr>Simple Form (Manual)</vt:lpstr>
      <vt:lpstr>Manual Form – Issues</vt:lpstr>
      <vt:lpstr>Approach 2 – React Hook Form</vt:lpstr>
      <vt:lpstr>Hook Form Code</vt:lpstr>
      <vt:lpstr>Hook Form Code</vt:lpstr>
      <vt:lpstr>Hook Form Code</vt:lpstr>
      <vt:lpstr>Hook Form Code</vt:lpstr>
      <vt:lpstr>Hook Form Benefits</vt:lpstr>
      <vt:lpstr>Hook Form Limitation</vt:lpstr>
      <vt:lpstr>Hook Form + Zod</vt:lpstr>
      <vt:lpstr>Zod Schema Example</vt:lpstr>
      <vt:lpstr>Integration</vt:lpstr>
      <vt:lpstr>Hook Form + Zod</vt:lpstr>
      <vt:lpstr>Hook Form + Zod</vt:lpstr>
      <vt:lpstr>Benefits of Zod</vt:lpstr>
      <vt:lpstr>Controlled vs Uncontrolled Components in React </vt:lpstr>
      <vt:lpstr>Advantages of Controlled</vt:lpstr>
      <vt:lpstr>Disadvantages of Controlled</vt:lpstr>
      <vt:lpstr>What is an Uncontrolled Component?</vt:lpstr>
      <vt:lpstr>Custom Validations</vt:lpstr>
      <vt:lpstr>Code</vt:lpstr>
      <vt:lpstr>Code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Forms: From Manual to Scalable Validation</dc:title>
  <dc:creator>ALBIN XAVIER</dc:creator>
  <cp:lastModifiedBy>ALBIN XAVIER</cp:lastModifiedBy>
  <cp:revision>39</cp:revision>
  <dcterms:created xsi:type="dcterms:W3CDTF">2026-03-23T01:26:20Z</dcterms:created>
  <dcterms:modified xsi:type="dcterms:W3CDTF">2026-03-24T04:00:50Z</dcterms:modified>
</cp:coreProperties>
</file>
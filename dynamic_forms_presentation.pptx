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70" r:id="rId8"/>
    <p:sldId id="271" r:id="rId9"/>
    <p:sldId id="272" r:id="rId10"/>
    <p:sldId id="273" r:id="rId11"/>
    <p:sldId id="274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78" r:id="rId21"/>
    <p:sldId id="279" r:id="rId22"/>
    <p:sldId id="275" r:id="rId23"/>
    <p:sldId id="277" r:id="rId24"/>
    <p:sldId id="276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Dynamic Forms in React Hook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Understanding useFieldArray and dynamic inputs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to handle multiple skills dynamically in a form?</a:t>
            </a:r>
          </a:p>
          <a:p>
            <a:r>
              <a:t>Static inputs are not scalable.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skills: Skill[]</a:t>
            </a:r>
          </a:p>
          <a:p>
            <a:endParaRPr/>
          </a:p>
          <a:p>
            <a:r>
              <a:t>Skill:</a:t>
            </a:r>
          </a:p>
          <a:p>
            <a:r>
              <a:t>- skillName: string</a:t>
            </a:r>
          </a:p>
          <a:p>
            <a:r>
              <a:t>- experience: number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Allow users to:</a:t>
            </a:r>
          </a:p>
          <a:p>
            <a:r>
              <a:t>- Add skills</a:t>
            </a:r>
          </a:p>
          <a:p>
            <a:r>
              <a:t>- Remove skills</a:t>
            </a:r>
          </a:p>
          <a:p>
            <a:r>
              <a:t>- Submit structured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 Hook Form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useForm</a:t>
            </a:r>
            <a:r>
              <a:rPr dirty="0"/>
              <a:t>() -&gt; form handling</a:t>
            </a:r>
          </a:p>
          <a:p>
            <a:r>
              <a:rPr dirty="0" err="1"/>
              <a:t>useFieldArray</a:t>
            </a:r>
            <a:r>
              <a:rPr dirty="0"/>
              <a:t>() -&gt; dynamic </a:t>
            </a:r>
            <a:r>
              <a:rPr dirty="0" smtClean="0"/>
              <a:t>fields</a:t>
            </a:r>
            <a:endParaRPr lang="en-US" dirty="0" smtClean="0"/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userForm</a:t>
            </a:r>
            <a:r>
              <a:rPr lang="en-US" dirty="0" smtClean="0"/>
              <a:t> and </a:t>
            </a:r>
            <a:r>
              <a:rPr lang="en-US" dirty="0" err="1" smtClean="0"/>
              <a:t>useFieldArray</a:t>
            </a:r>
            <a:r>
              <a:rPr lang="en-US" dirty="0" smtClean="0"/>
              <a:t> creation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 err="1"/>
              <a:t>const</a:t>
            </a:r>
            <a:r>
              <a:rPr lang="en-US" dirty="0"/>
              <a:t> { register, control, </a:t>
            </a:r>
            <a:r>
              <a:rPr lang="en-US" dirty="0" err="1"/>
              <a:t>handleSubmit</a:t>
            </a:r>
            <a:r>
              <a:rPr lang="en-US" dirty="0"/>
              <a:t> } = </a:t>
            </a:r>
            <a:r>
              <a:rPr lang="en-US" dirty="0" err="1"/>
              <a:t>useForm</a:t>
            </a:r>
            <a:r>
              <a:rPr lang="en-US" dirty="0"/>
              <a:t>&lt;</a:t>
            </a:r>
            <a:r>
              <a:rPr lang="en-US" dirty="0" err="1"/>
              <a:t>FormData</a:t>
            </a:r>
            <a:r>
              <a:rPr lang="en-US" dirty="0"/>
              <a:t>&gt;({  });</a:t>
            </a:r>
          </a:p>
          <a:p>
            <a:endParaRPr lang="en-US" dirty="0"/>
          </a:p>
          <a:p>
            <a:r>
              <a:rPr lang="en-US" dirty="0"/>
              <a:t>  </a:t>
            </a:r>
            <a:r>
              <a:rPr lang="en-US" dirty="0" err="1"/>
              <a:t>const</a:t>
            </a:r>
            <a:r>
              <a:rPr lang="en-US" dirty="0"/>
              <a:t> { fields, append, remove } = </a:t>
            </a:r>
            <a:r>
              <a:rPr lang="en-US" dirty="0" err="1"/>
              <a:t>useFieldArray</a:t>
            </a:r>
            <a:r>
              <a:rPr lang="en-US" dirty="0" smtClean="0"/>
              <a:t>({control, </a:t>
            </a:r>
            <a:r>
              <a:rPr lang="en-US" dirty="0"/>
              <a:t>name: "skills</a:t>
            </a:r>
            <a:r>
              <a:rPr lang="en-US" dirty="0" smtClean="0"/>
              <a:t>", </a:t>
            </a:r>
            <a:r>
              <a:rPr lang="en-US" dirty="0"/>
              <a:t>});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9643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dirty="0" smtClean="0"/>
              <a:t>ontrol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 is the internal controller object that React Hook Form uses to manage</a:t>
            </a:r>
            <a:r>
              <a:rPr lang="en-US" dirty="0" smtClean="0"/>
              <a:t>:</a:t>
            </a:r>
            <a:endParaRPr lang="en-US" dirty="0"/>
          </a:p>
          <a:p>
            <a:r>
              <a:rPr lang="en-US" dirty="0"/>
              <a:t>form state</a:t>
            </a:r>
          </a:p>
          <a:p>
            <a:r>
              <a:rPr lang="en-US" dirty="0"/>
              <a:t>field registration</a:t>
            </a:r>
          </a:p>
          <a:p>
            <a:r>
              <a:rPr lang="en-US" dirty="0"/>
              <a:t>subscriptions (who should re-render)</a:t>
            </a:r>
          </a:p>
          <a:p>
            <a:r>
              <a:rPr lang="en-US" dirty="0"/>
              <a:t>complex inputs (arrays, controllers, etc.)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9366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useFieldArray</a:t>
            </a:r>
            <a:r>
              <a:rPr lang="en-US" dirty="0"/>
              <a:t> is an external hook (outside </a:t>
            </a:r>
            <a:r>
              <a:rPr lang="en-US" dirty="0" err="1"/>
              <a:t>useForm</a:t>
            </a:r>
            <a:r>
              <a:rPr lang="en-US" dirty="0" smtClean="0"/>
              <a:t>)</a:t>
            </a:r>
          </a:p>
          <a:p>
            <a:endParaRPr lang="en-US" dirty="0"/>
          </a:p>
          <a:p>
            <a:r>
              <a:rPr lang="en-US" dirty="0"/>
              <a:t>So it doesn’t automatically know which form to connect </a:t>
            </a:r>
            <a:r>
              <a:rPr lang="en-US" dirty="0" smtClean="0"/>
              <a:t>to</a:t>
            </a:r>
          </a:p>
          <a:p>
            <a:r>
              <a:rPr lang="en-US" dirty="0" err="1" smtClean="0"/>
              <a:t>useForm</a:t>
            </a:r>
            <a:r>
              <a:rPr lang="en-US" dirty="0"/>
              <a:t>() → creates a form system</a:t>
            </a:r>
          </a:p>
          <a:p>
            <a:r>
              <a:rPr lang="en-US" dirty="0"/>
              <a:t>control → is the connection cable</a:t>
            </a:r>
          </a:p>
          <a:p>
            <a:r>
              <a:rPr lang="en-US" dirty="0" err="1"/>
              <a:t>useFieldArray</a:t>
            </a:r>
            <a:r>
              <a:rPr lang="en-US" dirty="0"/>
              <a:t>() → needs that cable to plug into the form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6712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</a:t>
            </a:r>
            <a:r>
              <a:rPr lang="en-US" dirty="0"/>
              <a:t>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 must be explicitly passed to </a:t>
            </a:r>
            <a:r>
              <a:rPr lang="en-US" dirty="0" err="1"/>
              <a:t>useFieldArray</a:t>
            </a:r>
            <a:r>
              <a:rPr lang="en-US" dirty="0"/>
              <a:t> because it needs access to the parent form instance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2732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const</a:t>
            </a:r>
            <a:r>
              <a:rPr lang="en-US" dirty="0"/>
              <a:t> { fields, append, remove } = </a:t>
            </a:r>
            <a:r>
              <a:rPr lang="en-US" dirty="0" err="1"/>
              <a:t>useFieldArray</a:t>
            </a:r>
            <a:r>
              <a:rPr lang="en-US" dirty="0"/>
              <a:t>({control, name: "skills", </a:t>
            </a:r>
            <a:r>
              <a:rPr lang="en-US" dirty="0" smtClean="0"/>
              <a:t>});</a:t>
            </a:r>
          </a:p>
          <a:p>
            <a:endParaRPr lang="en-US" dirty="0"/>
          </a:p>
          <a:p>
            <a:r>
              <a:rPr lang="en-US" dirty="0" smtClean="0"/>
              <a:t>fields </a:t>
            </a:r>
            <a:r>
              <a:rPr lang="en-US" dirty="0"/>
              <a:t>is a helper array used to render dynamic inputs. append adds new items and remove deletes them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1163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fields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  {</a:t>
            </a:r>
            <a:r>
              <a:rPr lang="en-IN" dirty="0" err="1"/>
              <a:t>fields.map</a:t>
            </a:r>
            <a:r>
              <a:rPr lang="en-IN" dirty="0"/>
              <a:t>((field, index) =&gt; (</a:t>
            </a:r>
          </a:p>
          <a:p>
            <a:r>
              <a:rPr lang="en-IN" dirty="0"/>
              <a:t>          &lt;div key={field.id} style={{ </a:t>
            </a:r>
            <a:r>
              <a:rPr lang="en-IN" dirty="0" err="1"/>
              <a:t>marginBottom</a:t>
            </a:r>
            <a:r>
              <a:rPr lang="en-IN" dirty="0"/>
              <a:t>: "10px" }}&gt;</a:t>
            </a:r>
          </a:p>
          <a:p>
            <a:r>
              <a:rPr lang="en-IN" dirty="0"/>
              <a:t>            &lt;input</a:t>
            </a:r>
          </a:p>
          <a:p>
            <a:r>
              <a:rPr lang="en-IN" dirty="0"/>
              <a:t>              placeholder="Skill Name"</a:t>
            </a:r>
          </a:p>
          <a:p>
            <a:r>
              <a:rPr lang="en-IN" dirty="0"/>
              <a:t>              {...register(`skills.${index}.</a:t>
            </a:r>
            <a:r>
              <a:rPr lang="en-IN" dirty="0" err="1"/>
              <a:t>skillName</a:t>
            </a:r>
            <a:r>
              <a:rPr lang="en-IN" dirty="0"/>
              <a:t>`)}</a:t>
            </a:r>
          </a:p>
          <a:p>
            <a:r>
              <a:rPr lang="en-IN" dirty="0"/>
              <a:t>            /&gt;</a:t>
            </a:r>
          </a:p>
          <a:p>
            <a:r>
              <a:rPr lang="en-IN" dirty="0" smtClean="0"/>
              <a:t> …</a:t>
            </a:r>
          </a:p>
          <a:p>
            <a:r>
              <a:rPr lang="en-IN" dirty="0" smtClean="0"/>
              <a:t>)}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9943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React Hook Form uses string paths</a:t>
            </a:r>
          </a:p>
          <a:p>
            <a:r>
              <a:rPr dirty="0"/>
              <a:t>Example:</a:t>
            </a:r>
          </a:p>
          <a:p>
            <a:r>
              <a:rPr dirty="0"/>
              <a:t>skills.0.skillName = skills[0].</a:t>
            </a:r>
            <a:r>
              <a:rPr dirty="0" err="1"/>
              <a:t>skillName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Register Syntax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register(`skills.${index}.skillName`)</a:t>
            </a:r>
          </a:p>
          <a:p>
            <a:endParaRPr/>
          </a:p>
          <a:p>
            <a:r>
              <a:t>skills -&gt; array</a:t>
            </a:r>
          </a:p>
          <a:p>
            <a:r>
              <a:t>index -&gt; dynamic position</a:t>
            </a:r>
          </a:p>
          <a:p>
            <a:r>
              <a:t>skillName -&gt; field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Not Simple Register?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register('skillName') -&gt; overwrites values</a:t>
            </a:r>
          </a:p>
          <a:p>
            <a:r>
              <a:t>register('skills.skillName') -&gt; incorrect mapping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 Fields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fields -&gt; current list</a:t>
            </a:r>
          </a:p>
          <a:p>
            <a:r>
              <a:t>append() -&gt; add field</a:t>
            </a:r>
          </a:p>
          <a:p>
            <a:r>
              <a:t>remove() -&gt; delete field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Snippet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fields.map((field, index) =&gt; (</a:t>
            </a:r>
          </a:p>
          <a:p>
            <a:r>
              <a:t> register(`skills.${index}.skillName`)</a:t>
            </a:r>
          </a:p>
          <a:p>
            <a:r>
              <a:t>))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Data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</a:t>
            </a:r>
          </a:p>
          <a:p>
            <a:r>
              <a:t> skills: [</a:t>
            </a:r>
          </a:p>
          <a:p>
            <a:r>
              <a:t>  { skillName: 'React', experience: 2 }</a:t>
            </a:r>
          </a:p>
          <a:p>
            <a:r>
              <a:t> ]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Scalable forms</a:t>
            </a:r>
          </a:p>
          <a:p>
            <a:r>
              <a:t>- Clean structure</a:t>
            </a:r>
          </a:p>
          <a:p>
            <a:r>
              <a:t>- Easy integration</a:t>
            </a:r>
          </a:p>
          <a:p>
            <a:r>
              <a:t>- Better UX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Dynamic forms are essential for real-world apps.</a:t>
            </a:r>
          </a:p>
          <a:p>
            <a:r>
              <a:t>useFieldArray makes it simple and efficient.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Adding Validation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&lt;input type=“text </a:t>
            </a:r>
            <a:r>
              <a:rPr lang="en-IN" dirty="0"/>
              <a:t>     placeholder="Skill Name"</a:t>
            </a:r>
          </a:p>
          <a:p>
            <a:r>
              <a:rPr lang="en-IN" dirty="0"/>
              <a:t>              {...register(`skills.${index}.</a:t>
            </a:r>
            <a:r>
              <a:rPr lang="en-IN" dirty="0" err="1"/>
              <a:t>skillName</a:t>
            </a:r>
            <a:r>
              <a:rPr lang="en-IN" dirty="0"/>
              <a:t>`,{</a:t>
            </a:r>
            <a:r>
              <a:rPr lang="en-IN" dirty="0" err="1"/>
              <a:t>required:"Must</a:t>
            </a:r>
            <a:r>
              <a:rPr lang="en-IN" dirty="0"/>
              <a:t> enter skill"} )}</a:t>
            </a:r>
          </a:p>
          <a:p>
            <a:r>
              <a:rPr lang="en-IN" dirty="0"/>
              <a:t>            /&gt;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8422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Validation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 smtClean="0"/>
              <a:t>&lt;input</a:t>
            </a:r>
            <a:endParaRPr lang="en-IN" dirty="0"/>
          </a:p>
          <a:p>
            <a:r>
              <a:rPr lang="en-IN" dirty="0"/>
              <a:t>              type="number"  size="small"</a:t>
            </a:r>
          </a:p>
          <a:p>
            <a:r>
              <a:rPr lang="en-IN" dirty="0"/>
              <a:t>              placeholder="Experience"</a:t>
            </a:r>
          </a:p>
          <a:p>
            <a:r>
              <a:rPr lang="en-IN" dirty="0"/>
              <a:t>              {...register(`skills.${index}.experience`, {</a:t>
            </a:r>
          </a:p>
          <a:p>
            <a:r>
              <a:rPr lang="en-IN" dirty="0"/>
              <a:t>                </a:t>
            </a:r>
            <a:r>
              <a:rPr lang="en-IN" dirty="0" err="1"/>
              <a:t>valueAsNumber</a:t>
            </a:r>
            <a:r>
              <a:rPr lang="en-IN" dirty="0"/>
              <a:t>: </a:t>
            </a:r>
            <a:r>
              <a:rPr lang="en-IN" dirty="0" err="1"/>
              <a:t>true,required</a:t>
            </a:r>
            <a:r>
              <a:rPr lang="en-IN" dirty="0"/>
              <a:t>: "Experience is </a:t>
            </a:r>
            <a:r>
              <a:rPr lang="en-IN" dirty="0" err="1"/>
              <a:t>required",min</a:t>
            </a:r>
            <a:r>
              <a:rPr lang="en-IN" dirty="0"/>
              <a:t>:{value:1,message:"Min </a:t>
            </a:r>
            <a:r>
              <a:rPr lang="en-IN" dirty="0" err="1"/>
              <a:t>val</a:t>
            </a:r>
            <a:r>
              <a:rPr lang="en-IN" dirty="0"/>
              <a:t> </a:t>
            </a:r>
            <a:r>
              <a:rPr lang="en-IN" dirty="0" err="1"/>
              <a:t>shud</a:t>
            </a:r>
            <a:r>
              <a:rPr lang="en-IN" dirty="0"/>
              <a:t> be 1"},max:{value:15,message</a:t>
            </a:r>
            <a:r>
              <a:rPr lang="en-IN" dirty="0" smtClean="0"/>
              <a:t>:“Max </a:t>
            </a:r>
            <a:r>
              <a:rPr lang="en-IN" dirty="0" err="1" smtClean="0"/>
              <a:t>val</a:t>
            </a:r>
            <a:r>
              <a:rPr lang="en-IN" dirty="0" smtClean="0"/>
              <a:t> </a:t>
            </a:r>
            <a:r>
              <a:rPr lang="en-IN" dirty="0" err="1" smtClean="0"/>
              <a:t>shud</a:t>
            </a:r>
            <a:r>
              <a:rPr lang="en-IN" smtClean="0"/>
              <a:t> be 15”</a:t>
            </a:r>
            <a:endParaRPr lang="en-IN" dirty="0"/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>              }</a:t>
            </a:r>
          </a:p>
          <a:p>
            <a:r>
              <a:rPr lang="en-IN" dirty="0"/>
              <a:t>            )              </a:t>
            </a:r>
          </a:p>
          <a:p>
            <a:r>
              <a:rPr lang="en-IN" dirty="0"/>
              <a:t>            }</a:t>
            </a:r>
          </a:p>
          <a:p>
            <a:r>
              <a:rPr lang="en-IN" dirty="0"/>
              <a:t>            /&gt;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65880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Validation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Normally validation happens on:</a:t>
            </a:r>
          </a:p>
          <a:p>
            <a:r>
              <a:rPr lang="en-US" dirty="0"/>
              <a:t>Submit </a:t>
            </a:r>
          </a:p>
          <a:p>
            <a:r>
              <a:rPr lang="en-US" dirty="0"/>
              <a:t>Change / Blur (based on mode</a:t>
            </a:r>
            <a:r>
              <a:rPr lang="en-US" dirty="0" smtClean="0"/>
              <a:t>)</a:t>
            </a:r>
          </a:p>
          <a:p>
            <a:r>
              <a:rPr lang="en-US" dirty="0"/>
              <a:t>But sometimes you want:</a:t>
            </a:r>
          </a:p>
          <a:p>
            <a:pPr marL="0" indent="0">
              <a:buNone/>
            </a:pPr>
            <a:r>
              <a:rPr lang="en-US" dirty="0" smtClean="0"/>
              <a:t> Validate </a:t>
            </a:r>
            <a:r>
              <a:rPr lang="en-US" dirty="0"/>
              <a:t>before moving to next step</a:t>
            </a:r>
            <a:br>
              <a:rPr lang="en-US" dirty="0"/>
            </a:br>
            <a:r>
              <a:rPr lang="en-US" dirty="0" smtClean="0"/>
              <a:t> </a:t>
            </a:r>
            <a:r>
              <a:rPr lang="en-US" dirty="0"/>
              <a:t>Validate before adding dynamic field</a:t>
            </a:r>
            <a:br>
              <a:rPr lang="en-US" dirty="0"/>
            </a:br>
            <a:r>
              <a:rPr lang="en-US" dirty="0" smtClean="0"/>
              <a:t> </a:t>
            </a:r>
            <a:r>
              <a:rPr lang="en-US" dirty="0"/>
              <a:t>Validate on button </a:t>
            </a:r>
            <a:r>
              <a:rPr lang="en-US" dirty="0" smtClean="0"/>
              <a:t>click</a:t>
            </a:r>
          </a:p>
          <a:p>
            <a:pPr marL="0" indent="0">
              <a:buNone/>
            </a:pPr>
            <a:r>
              <a:rPr lang="en-US" dirty="0"/>
              <a:t>      That’s where trigger() comes in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67005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  </a:t>
            </a:r>
            <a:r>
              <a:rPr lang="en-IN" dirty="0" err="1"/>
              <a:t>const</a:t>
            </a:r>
            <a:r>
              <a:rPr lang="en-IN" dirty="0"/>
              <a:t> { register, control, </a:t>
            </a:r>
            <a:r>
              <a:rPr lang="en-IN" dirty="0" err="1"/>
              <a:t>handleSubmit,formState</a:t>
            </a:r>
            <a:r>
              <a:rPr lang="en-IN" dirty="0"/>
              <a:t>: { errors } ,trigger} = </a:t>
            </a:r>
            <a:r>
              <a:rPr lang="en-IN" dirty="0" err="1"/>
              <a:t>useForm</a:t>
            </a:r>
            <a:r>
              <a:rPr lang="en-IN" dirty="0"/>
              <a:t>&lt;</a:t>
            </a:r>
            <a:r>
              <a:rPr lang="en-IN" dirty="0" err="1"/>
              <a:t>FormData</a:t>
            </a:r>
            <a:r>
              <a:rPr lang="en-IN" dirty="0" smtClean="0"/>
              <a:t>&gt;({</a:t>
            </a:r>
            <a:r>
              <a:rPr lang="en-IN" dirty="0"/>
              <a:t>  });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err="1"/>
              <a:t>useForm</a:t>
            </a:r>
            <a:r>
              <a:rPr lang="en-US" dirty="0"/>
              <a:t> returns an object, and we use </a:t>
            </a:r>
            <a:r>
              <a:rPr lang="en-US" dirty="0" err="1"/>
              <a:t>destructuring</a:t>
            </a:r>
            <a:r>
              <a:rPr lang="en-US" dirty="0"/>
              <a:t> to extract required methods like register, </a:t>
            </a:r>
            <a:r>
              <a:rPr lang="en-US" dirty="0" err="1"/>
              <a:t>handleSubmit</a:t>
            </a:r>
            <a:r>
              <a:rPr lang="en-US" dirty="0"/>
              <a:t>, trigger, and nested properties like errors from </a:t>
            </a:r>
            <a:r>
              <a:rPr lang="en-US" dirty="0" err="1"/>
              <a:t>formState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4986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endParaRPr lang="en-IN" sz="4500" dirty="0"/>
          </a:p>
          <a:p>
            <a:r>
              <a:rPr lang="en-IN" sz="4500" dirty="0" smtClean="0"/>
              <a:t>&lt;button</a:t>
            </a:r>
            <a:endParaRPr lang="en-IN" sz="4500" dirty="0"/>
          </a:p>
          <a:p>
            <a:r>
              <a:rPr lang="en-IN" sz="4500" dirty="0"/>
              <a:t>  type="</a:t>
            </a:r>
            <a:r>
              <a:rPr lang="en-IN" sz="4500" dirty="0" smtClean="0"/>
              <a:t>button  </a:t>
            </a:r>
            <a:r>
              <a:rPr lang="en-IN" sz="4500" dirty="0"/>
              <a:t>  </a:t>
            </a:r>
            <a:r>
              <a:rPr lang="en-IN" sz="4500" dirty="0" err="1"/>
              <a:t>onClick</a:t>
            </a:r>
            <a:r>
              <a:rPr lang="en-IN" sz="4500" dirty="0"/>
              <a:t>={</a:t>
            </a:r>
            <a:r>
              <a:rPr lang="en-IN" sz="4500" dirty="0" err="1"/>
              <a:t>async</a:t>
            </a:r>
            <a:r>
              <a:rPr lang="en-IN" sz="4500" dirty="0"/>
              <a:t> () =&gt; {</a:t>
            </a:r>
          </a:p>
          <a:p>
            <a:r>
              <a:rPr lang="en-IN" sz="4500" dirty="0"/>
              <a:t>        </a:t>
            </a:r>
            <a:r>
              <a:rPr lang="en-IN" sz="4500" dirty="0" err="1"/>
              <a:t>const</a:t>
            </a:r>
            <a:r>
              <a:rPr lang="en-IN" sz="4500" dirty="0"/>
              <a:t> index = </a:t>
            </a:r>
            <a:r>
              <a:rPr lang="en-IN" sz="4500" dirty="0" err="1"/>
              <a:t>fields.length</a:t>
            </a:r>
            <a:r>
              <a:rPr lang="en-IN" sz="4500" dirty="0"/>
              <a:t> - 1</a:t>
            </a:r>
            <a:r>
              <a:rPr lang="en-IN" sz="4500" dirty="0" smtClean="0"/>
              <a:t>;</a:t>
            </a:r>
            <a:r>
              <a:rPr lang="en-IN" sz="4500" dirty="0"/>
              <a:t/>
            </a:r>
            <a:br>
              <a:rPr lang="en-IN" sz="4500" dirty="0"/>
            </a:br>
            <a:r>
              <a:rPr lang="en-IN" sz="4500" dirty="0"/>
              <a:t>    </a:t>
            </a:r>
            <a:r>
              <a:rPr lang="en-IN" sz="4500" dirty="0" err="1"/>
              <a:t>const</a:t>
            </a:r>
            <a:r>
              <a:rPr lang="en-IN" sz="4500" dirty="0"/>
              <a:t> </a:t>
            </a:r>
            <a:r>
              <a:rPr lang="en-IN" sz="4500" dirty="0" err="1"/>
              <a:t>isValid</a:t>
            </a:r>
            <a:r>
              <a:rPr lang="en-IN" sz="4500" dirty="0"/>
              <a:t> = await trigger([</a:t>
            </a:r>
          </a:p>
          <a:p>
            <a:r>
              <a:rPr lang="en-IN" sz="4500" dirty="0"/>
              <a:t>      `skills.${index}.</a:t>
            </a:r>
            <a:r>
              <a:rPr lang="en-IN" sz="4500" dirty="0" err="1"/>
              <a:t>skillName</a:t>
            </a:r>
            <a:r>
              <a:rPr lang="en-IN" sz="4500" dirty="0"/>
              <a:t>`,</a:t>
            </a:r>
          </a:p>
          <a:p>
            <a:r>
              <a:rPr lang="en-IN" sz="4500" dirty="0"/>
              <a:t>      `skills.${index}.experience`,</a:t>
            </a:r>
          </a:p>
          <a:p>
            <a:r>
              <a:rPr lang="en-IN" sz="4500" dirty="0"/>
              <a:t>    ]);</a:t>
            </a:r>
          </a:p>
          <a:p>
            <a:r>
              <a:rPr lang="en-IN" sz="4500" dirty="0"/>
              <a:t/>
            </a:r>
            <a:br>
              <a:rPr lang="en-IN" sz="4500" dirty="0"/>
            </a:br>
            <a:r>
              <a:rPr lang="en-IN" sz="4500" dirty="0"/>
              <a:t>    if (</a:t>
            </a:r>
            <a:r>
              <a:rPr lang="en-IN" sz="4500" dirty="0" err="1"/>
              <a:t>isValid</a:t>
            </a:r>
            <a:r>
              <a:rPr lang="en-IN" sz="4500" dirty="0"/>
              <a:t>) {</a:t>
            </a:r>
          </a:p>
          <a:p>
            <a:r>
              <a:rPr lang="en-IN" sz="4500" dirty="0"/>
              <a:t>      append({ </a:t>
            </a:r>
            <a:r>
              <a:rPr lang="en-IN" sz="4500" dirty="0" err="1"/>
              <a:t>skillName</a:t>
            </a:r>
            <a:r>
              <a:rPr lang="en-IN" sz="4500" dirty="0"/>
              <a:t>: "", experience: 1 });</a:t>
            </a:r>
          </a:p>
          <a:p>
            <a:r>
              <a:rPr lang="en-IN" sz="4500" dirty="0"/>
              <a:t>    }</a:t>
            </a:r>
          </a:p>
          <a:p>
            <a:r>
              <a:rPr lang="en-IN" sz="4500" dirty="0"/>
              <a:t>  }}</a:t>
            </a:r>
          </a:p>
          <a:p>
            <a:r>
              <a:rPr lang="en-IN" sz="4500" dirty="0"/>
              <a:t>&gt;</a:t>
            </a:r>
          </a:p>
          <a:p>
            <a:r>
              <a:rPr lang="en-IN" sz="4500" dirty="0"/>
              <a:t>  + Add Skill</a:t>
            </a:r>
          </a:p>
          <a:p>
            <a:r>
              <a:rPr lang="en-IN" sz="4500" dirty="0"/>
              <a:t>&lt;/Button&gt;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639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407</Words>
  <Application>Microsoft Office PowerPoint</Application>
  <PresentationFormat>On-screen Show (4:3)</PresentationFormat>
  <Paragraphs>125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Dynamic Forms in React Hook Form</vt:lpstr>
      <vt:lpstr>Problem Statement</vt:lpstr>
      <vt:lpstr>Data Structure</vt:lpstr>
      <vt:lpstr>Goal</vt:lpstr>
      <vt:lpstr>React Hook Form Solution</vt:lpstr>
      <vt:lpstr>userForm and useFieldArray creation</vt:lpstr>
      <vt:lpstr>Control</vt:lpstr>
      <vt:lpstr>control</vt:lpstr>
      <vt:lpstr>Control</vt:lpstr>
      <vt:lpstr>PowerPoint Presentation</vt:lpstr>
      <vt:lpstr>fields</vt:lpstr>
      <vt:lpstr>Key Concept</vt:lpstr>
      <vt:lpstr>Register Syntax Explained</vt:lpstr>
      <vt:lpstr>Why Not Simple Register?</vt:lpstr>
      <vt:lpstr>Dynamic Fields Flow</vt:lpstr>
      <vt:lpstr>Code Snippet</vt:lpstr>
      <vt:lpstr>Final Data Output</vt:lpstr>
      <vt:lpstr>Benefits</vt:lpstr>
      <vt:lpstr>Conclusion</vt:lpstr>
      <vt:lpstr>Adding Validation</vt:lpstr>
      <vt:lpstr>Adding Validation</vt:lpstr>
      <vt:lpstr>Validation</vt:lpstr>
      <vt:lpstr>code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Forms in React Hook Form</dc:title>
  <dc:subject/>
  <dc:creator/>
  <cp:keywords/>
  <dc:description>generated using python-pptx</dc:description>
  <cp:lastModifiedBy>ALBIN XAVIER</cp:lastModifiedBy>
  <cp:revision>26</cp:revision>
  <dcterms:created xsi:type="dcterms:W3CDTF">2013-01-27T09:14:16Z</dcterms:created>
  <dcterms:modified xsi:type="dcterms:W3CDTF">2026-03-24T06:04:59Z</dcterms:modified>
  <cp:category/>
</cp:coreProperties>
</file>
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React Performance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useMemo</a:t>
            </a:r>
            <a:r>
              <a:rPr dirty="0"/>
              <a:t>, </a:t>
            </a:r>
            <a:r>
              <a:rPr dirty="0" err="1"/>
              <a:t>useCallback</a:t>
            </a:r>
            <a:r>
              <a:rPr dirty="0"/>
              <a:t>, </a:t>
            </a:r>
            <a:r>
              <a:rPr dirty="0" err="1" smtClean="0"/>
              <a:t>React.memo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DOM is slow?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DOM is NOT just </a:t>
            </a:r>
            <a:r>
              <a:rPr lang="en-US" dirty="0" smtClean="0"/>
              <a:t>data</a:t>
            </a:r>
          </a:p>
          <a:p>
            <a:r>
              <a:rPr lang="en-US" dirty="0" smtClean="0"/>
              <a:t>DOM </a:t>
            </a:r>
            <a:r>
              <a:rPr lang="en-US" dirty="0"/>
              <a:t>is a </a:t>
            </a:r>
            <a:r>
              <a:rPr lang="en-US" b="1" dirty="0"/>
              <a:t>tree structure linked to </a:t>
            </a:r>
            <a:r>
              <a:rPr lang="en-US" b="1" dirty="0" smtClean="0"/>
              <a:t>UI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IN" dirty="0"/>
              <a:t>When you change it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IN" dirty="0"/>
              <a:t>Browser recalculates </a:t>
            </a:r>
            <a:r>
              <a:rPr lang="en-IN" dirty="0" smtClean="0"/>
              <a:t>layout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IN" dirty="0"/>
              <a:t>Repaints </a:t>
            </a:r>
            <a:r>
              <a:rPr lang="en-IN" dirty="0" smtClean="0"/>
              <a:t>pixels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IN" dirty="0"/>
              <a:t>Reflows </a:t>
            </a:r>
            <a:r>
              <a:rPr lang="en-IN" dirty="0" smtClean="0"/>
              <a:t>elements</a:t>
            </a:r>
          </a:p>
          <a:p>
            <a:pPr marL="0" indent="0">
              <a:buNone/>
            </a:pPr>
            <a:r>
              <a:rPr lang="en-IN" dirty="0"/>
              <a:t>These operations are </a:t>
            </a:r>
            <a:r>
              <a:rPr lang="en-IN" b="1" dirty="0"/>
              <a:t>costly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722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Reflow (Layout calculation)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element.style.width</a:t>
            </a:r>
            <a:r>
              <a:rPr lang="en-IN" dirty="0"/>
              <a:t> = "200px</a:t>
            </a:r>
            <a:r>
              <a:rPr lang="en-IN" dirty="0" smtClean="0"/>
              <a:t>";</a:t>
            </a:r>
          </a:p>
          <a:p>
            <a:endParaRPr lang="en-US" dirty="0"/>
          </a:p>
          <a:p>
            <a:r>
              <a:rPr lang="en-US" dirty="0"/>
              <a:t>Browser must:</a:t>
            </a:r>
          </a:p>
          <a:p>
            <a:r>
              <a:rPr lang="en-US" dirty="0"/>
              <a:t>Recalculate sizes of elements </a:t>
            </a:r>
          </a:p>
          <a:p>
            <a:r>
              <a:rPr lang="en-US" dirty="0"/>
              <a:t>Recalculate positions </a:t>
            </a:r>
          </a:p>
          <a:p>
            <a:r>
              <a:rPr lang="en-US" dirty="0" smtClean="0"/>
              <a:t>This </a:t>
            </a:r>
            <a:r>
              <a:rPr lang="en-US" dirty="0"/>
              <a:t>is called </a:t>
            </a:r>
            <a:r>
              <a:rPr lang="en-US" b="1" dirty="0"/>
              <a:t>reflow</a:t>
            </a:r>
            <a:r>
              <a:rPr lang="en-US" dirty="0"/>
              <a:t> → very expensive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2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layout:</a:t>
            </a:r>
          </a:p>
          <a:p>
            <a:r>
              <a:rPr lang="en-US" dirty="0"/>
              <a:t>Browser redraws pixels on screen </a:t>
            </a:r>
          </a:p>
          <a:p>
            <a:r>
              <a:rPr lang="en-US" dirty="0" smtClean="0"/>
              <a:t>Happens </a:t>
            </a:r>
            <a:r>
              <a:rPr lang="en-US" dirty="0"/>
              <a:t>for:</a:t>
            </a:r>
          </a:p>
          <a:p>
            <a:r>
              <a:rPr lang="en-US" dirty="0"/>
              <a:t>Color change </a:t>
            </a:r>
          </a:p>
          <a:p>
            <a:r>
              <a:rPr lang="en-US" dirty="0"/>
              <a:t>Visibility change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273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operations are slow vs JS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// Fast</a:t>
            </a:r>
          </a:p>
          <a:p>
            <a:r>
              <a:rPr lang="en-IN" dirty="0"/>
              <a:t>let x = 10;</a:t>
            </a:r>
          </a:p>
          <a:p>
            <a:endParaRPr lang="en-IN" dirty="0"/>
          </a:p>
          <a:p>
            <a:r>
              <a:rPr lang="en-IN" dirty="0"/>
              <a:t>// Slow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("id").</a:t>
            </a:r>
            <a:r>
              <a:rPr lang="en-IN" dirty="0" err="1"/>
              <a:t>innerText</a:t>
            </a:r>
            <a:r>
              <a:rPr lang="en-IN" dirty="0"/>
              <a:t> = "Hello";</a:t>
            </a:r>
          </a:p>
          <a:p>
            <a:endParaRPr lang="en-IN" dirty="0"/>
          </a:p>
          <a:p>
            <a:r>
              <a:rPr lang="en-IN" dirty="0" smtClean="0"/>
              <a:t> </a:t>
            </a:r>
            <a:r>
              <a:rPr lang="en-IN" dirty="0"/>
              <a:t>DOM involves:</a:t>
            </a:r>
          </a:p>
          <a:p>
            <a:endParaRPr lang="en-IN" dirty="0"/>
          </a:p>
          <a:p>
            <a:r>
              <a:rPr lang="en-IN" dirty="0"/>
              <a:t>Browser engine</a:t>
            </a:r>
          </a:p>
          <a:p>
            <a:r>
              <a:rPr lang="en-IN" dirty="0"/>
              <a:t>Rendering engine</a:t>
            </a:r>
          </a:p>
          <a:p>
            <a:r>
              <a:rPr lang="en-IN" dirty="0"/>
              <a:t>Layout engine</a:t>
            </a:r>
          </a:p>
        </p:txBody>
      </p:sp>
    </p:spTree>
    <p:extLst>
      <p:ext uri="{BB962C8B-B14F-4D97-AF65-F5344CB8AC3E}">
        <p14:creationId xmlns:p14="http://schemas.microsoft.com/office/powerpoint/2010/main" val="893056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Frequent </a:t>
            </a:r>
            <a:r>
              <a:rPr lang="en-IN" dirty="0"/>
              <a:t>updates = BIG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(let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1000;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</a:t>
            </a:r>
            <a:r>
              <a:rPr lang="en-US" dirty="0" err="1"/>
              <a:t>element.innerHTML</a:t>
            </a:r>
            <a:r>
              <a:rPr lang="en-US" dirty="0"/>
              <a:t> += "&lt;div&gt;&lt;/div&gt;";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Browser does:</a:t>
            </a:r>
          </a:p>
          <a:p>
            <a:endParaRPr lang="en-US" dirty="0"/>
          </a:p>
          <a:p>
            <a:r>
              <a:rPr lang="en-US" dirty="0"/>
              <a:t>Reflow + repaint again and again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5224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React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React uses </a:t>
            </a:r>
            <a:r>
              <a:rPr lang="en-IN" b="1" dirty="0"/>
              <a:t>Virtual </a:t>
            </a:r>
            <a:r>
              <a:rPr lang="en-IN" b="1" dirty="0" smtClean="0"/>
              <a:t>DOM</a:t>
            </a:r>
          </a:p>
          <a:p>
            <a:r>
              <a:rPr lang="en-US" dirty="0"/>
              <a:t>Creates virtual copy of DOM </a:t>
            </a:r>
          </a:p>
          <a:p>
            <a:r>
              <a:rPr lang="en-US" dirty="0"/>
              <a:t>Compares old vs new (diffing) </a:t>
            </a:r>
          </a:p>
          <a:p>
            <a:r>
              <a:rPr lang="en-US" dirty="0"/>
              <a:t>Updates ONLY changed parts </a:t>
            </a:r>
          </a:p>
          <a:p>
            <a:r>
              <a:rPr lang="en-US" dirty="0" smtClean="0"/>
              <a:t>This </a:t>
            </a:r>
            <a:r>
              <a:rPr lang="en-US" dirty="0"/>
              <a:t>reduces expensive DOM operations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242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 rendering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UI </a:t>
            </a:r>
            <a:r>
              <a:rPr lang="en-US" dirty="0"/>
              <a:t>= function(state)</a:t>
            </a:r>
          </a:p>
          <a:p>
            <a:r>
              <a:rPr lang="en-US" dirty="0" smtClean="0"/>
              <a:t>So </a:t>
            </a:r>
            <a:r>
              <a:rPr lang="en-US" dirty="0"/>
              <a:t>when state changes:</a:t>
            </a:r>
          </a:p>
          <a:p>
            <a:r>
              <a:rPr lang="en-US" dirty="0" smtClean="0"/>
              <a:t>React </a:t>
            </a:r>
            <a:r>
              <a:rPr lang="en-US" dirty="0"/>
              <a:t>MUST re-render</a:t>
            </a:r>
          </a:p>
          <a:p>
            <a:r>
              <a:rPr lang="en-US" dirty="0"/>
              <a:t>Otherwise UI won’t </a:t>
            </a:r>
            <a:r>
              <a:rPr lang="en-US" dirty="0" smtClean="0"/>
              <a:t>update</a:t>
            </a:r>
          </a:p>
          <a:p>
            <a:r>
              <a:rPr lang="en-US" b="1" dirty="0"/>
              <a:t>Render in React = </a:t>
            </a:r>
            <a:r>
              <a:rPr lang="en-US" b="1" dirty="0" smtClean="0"/>
              <a:t>calculate </a:t>
            </a:r>
            <a:r>
              <a:rPr lang="en-US" b="1" dirty="0"/>
              <a:t>what UI should look </a:t>
            </a:r>
            <a:r>
              <a:rPr lang="en-US" b="1" dirty="0" smtClean="0"/>
              <a:t>like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NOT directly “display on screen”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461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Performance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Frequent re-renders can slow apps</a:t>
            </a:r>
          </a:p>
          <a:p>
            <a:r>
              <a:t>Goal: Render only when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Causes Re-renders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changes</a:t>
            </a:r>
          </a:p>
          <a:p>
            <a:r>
              <a:t>Props changes</a:t>
            </a:r>
          </a:p>
          <a:p>
            <a:r>
              <a:t>Parent re-renders</a:t>
            </a:r>
          </a:p>
          <a:p>
            <a:r>
              <a:t>Component function runs again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React.memo</a:t>
            </a:r>
            <a:r>
              <a:rPr dirty="0"/>
              <a:t> → Prevent child re-render</a:t>
            </a:r>
          </a:p>
          <a:p>
            <a:r>
              <a:rPr dirty="0" err="1"/>
              <a:t>useMemo</a:t>
            </a:r>
            <a:r>
              <a:rPr dirty="0"/>
              <a:t> → Cache values</a:t>
            </a:r>
          </a:p>
          <a:p>
            <a:r>
              <a:rPr dirty="0" err="1"/>
              <a:t>useCallback</a:t>
            </a:r>
            <a:r>
              <a:rPr dirty="0"/>
              <a:t> → Cache functions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React.memo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Prevents unnecessary child re-render</a:t>
            </a:r>
          </a:p>
          <a:p>
            <a:r>
              <a:rPr dirty="0"/>
              <a:t>Works with same props</a:t>
            </a:r>
          </a:p>
          <a:p>
            <a:r>
              <a:rPr dirty="0"/>
              <a:t>Uses shallow </a:t>
            </a:r>
            <a:r>
              <a:rPr dirty="0" smtClean="0"/>
              <a:t>comparison</a:t>
            </a:r>
            <a:r>
              <a:rPr lang="en-US" dirty="0" smtClean="0"/>
              <a:t> 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React.memo 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Fails with functions, objects, arrays</a:t>
            </a:r>
          </a:p>
          <a:p>
            <a:r>
              <a:t>Because reference changes every render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useMemo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Caches computed values</a:t>
            </a:r>
          </a:p>
          <a:p>
            <a:r>
              <a:t>Runs during render</a:t>
            </a:r>
          </a:p>
          <a:p>
            <a:r>
              <a:t>Runs only when dependencies change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useMemo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 value = useMemo(() =&gt; count * 2, [count]);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useMemo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Expensive calculations</a:t>
            </a:r>
          </a:p>
          <a:p>
            <a:r>
              <a:t>Filtering large lists</a:t>
            </a:r>
          </a:p>
          <a:p>
            <a:r>
              <a:t>Derived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useCallback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Caches function reference</a:t>
            </a:r>
          </a:p>
          <a:p>
            <a:r>
              <a:t>Prevents recreation of functions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useCallback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091" y="1219200"/>
            <a:ext cx="8409709" cy="4906963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        </a:t>
            </a:r>
            <a:r>
              <a:rPr lang="en-IN" dirty="0" err="1"/>
              <a:t>const</a:t>
            </a:r>
            <a:r>
              <a:rPr lang="en-IN" dirty="0"/>
              <a:t> x=  </a:t>
            </a:r>
            <a:r>
              <a:rPr lang="en-IN" dirty="0" err="1"/>
              <a:t>useCallback</a:t>
            </a:r>
            <a:r>
              <a:rPr lang="en-IN" dirty="0"/>
              <a:t>((</a:t>
            </a:r>
            <a:r>
              <a:rPr lang="en-IN" dirty="0" err="1"/>
              <a:t>name:string</a:t>
            </a:r>
            <a:r>
              <a:rPr lang="en-IN" dirty="0"/>
              <a:t>)=&gt; {console.log</a:t>
            </a:r>
            <a:r>
              <a:rPr lang="en-IN" dirty="0" smtClean="0"/>
              <a:t>(“</a:t>
            </a:r>
            <a:r>
              <a:rPr lang="en-IN" smtClean="0"/>
              <a:t>Good Morning </a:t>
            </a:r>
            <a:r>
              <a:rPr lang="en-IN" dirty="0"/>
              <a:t> "+name) </a:t>
            </a:r>
            <a:r>
              <a:rPr lang="en-IN" dirty="0" smtClean="0"/>
              <a:t>},[]);</a:t>
            </a:r>
          </a:p>
          <a:p>
            <a:endParaRPr lang="en-US" dirty="0"/>
          </a:p>
          <a:p>
            <a:r>
              <a:rPr lang="en-IN" dirty="0"/>
              <a:t>        &lt;Child2 </a:t>
            </a:r>
            <a:r>
              <a:rPr lang="en-IN" dirty="0" err="1"/>
              <a:t>sayHello</a:t>
            </a:r>
            <a:r>
              <a:rPr lang="en-IN" dirty="0"/>
              <a:t> ={x}/&gt;</a:t>
            </a:r>
          </a:p>
          <a:p>
            <a:r>
              <a:rPr lang="en-US" dirty="0" smtClean="0"/>
              <a:t>------------------------------------------------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type Child2Props = {</a:t>
            </a:r>
          </a:p>
          <a:p>
            <a:r>
              <a:rPr lang="en-US" dirty="0"/>
              <a:t>  </a:t>
            </a:r>
            <a:r>
              <a:rPr lang="en-US" dirty="0" err="1"/>
              <a:t>sayHello</a:t>
            </a:r>
            <a:r>
              <a:rPr lang="en-US" dirty="0"/>
              <a:t>: (name: string) =&gt; void;</a:t>
            </a:r>
          </a:p>
          <a:p>
            <a:r>
              <a:rPr lang="en-US" dirty="0" smtClean="0"/>
              <a:t>};</a:t>
            </a:r>
          </a:p>
          <a:p>
            <a:r>
              <a:rPr lang="en-IN" dirty="0" err="1"/>
              <a:t>const</a:t>
            </a:r>
            <a:r>
              <a:rPr lang="en-IN" dirty="0"/>
              <a:t>  Child2= </a:t>
            </a:r>
            <a:r>
              <a:rPr lang="en-IN" dirty="0" err="1"/>
              <a:t>React.memo</a:t>
            </a:r>
            <a:r>
              <a:rPr lang="en-IN" dirty="0"/>
              <a:t>( ( h:Child2Props)=&gt;{</a:t>
            </a:r>
          </a:p>
          <a:p>
            <a:r>
              <a:rPr lang="en-IN" dirty="0"/>
              <a:t>        console.log("Child2 </a:t>
            </a:r>
            <a:r>
              <a:rPr lang="en-IN" dirty="0" err="1"/>
              <a:t>Func</a:t>
            </a:r>
            <a:r>
              <a:rPr lang="en-IN" dirty="0"/>
              <a:t> .....")</a:t>
            </a:r>
          </a:p>
          <a:p>
            <a:r>
              <a:rPr lang="en-IN" dirty="0"/>
              <a:t>        </a:t>
            </a:r>
            <a:r>
              <a:rPr lang="en-IN" dirty="0" err="1"/>
              <a:t>h.sayHello</a:t>
            </a:r>
            <a:r>
              <a:rPr lang="en-IN" dirty="0" smtClean="0"/>
              <a:t>(“</a:t>
            </a:r>
            <a:r>
              <a:rPr lang="en-IN" dirty="0" err="1" smtClean="0"/>
              <a:t>Albin</a:t>
            </a:r>
            <a:r>
              <a:rPr lang="en-IN" dirty="0" smtClean="0"/>
              <a:t>")</a:t>
            </a:r>
            <a:endParaRPr lang="en-IN" dirty="0"/>
          </a:p>
          <a:p>
            <a:r>
              <a:rPr lang="en-IN" dirty="0"/>
              <a:t>    return &lt;&gt;</a:t>
            </a:r>
          </a:p>
          <a:p>
            <a:r>
              <a:rPr lang="en-IN" dirty="0"/>
              <a:t>    &lt;/&gt;</a:t>
            </a:r>
          </a:p>
          <a:p>
            <a:r>
              <a:rPr lang="en-IN" dirty="0" smtClean="0"/>
              <a:t>}); //when state changes in Parent it wont create new props 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useCallback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passing function to child</a:t>
            </a:r>
          </a:p>
          <a:p>
            <a:r>
              <a:t>Used with React.memo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useMemo → filter data</a:t>
            </a:r>
          </a:p>
          <a:p>
            <a:r>
              <a:t>useCallback → stable function</a:t>
            </a:r>
          </a:p>
          <a:p>
            <a:r>
              <a:t>React.memo → prevent child re-render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change → Re-render</a:t>
            </a:r>
          </a:p>
          <a:p>
            <a:r>
              <a:t>useMemo runs</a:t>
            </a:r>
          </a:p>
          <a:p>
            <a:r>
              <a:t>DOM updates</a:t>
            </a:r>
          </a:p>
          <a:p>
            <a:r>
              <a:t>useEffect runs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useMemo vs useEffect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useMemo → compute value</a:t>
            </a:r>
          </a:p>
          <a:p>
            <a:r>
              <a:t>useEffect → side effects (API, logs)</a:t>
            </a:r>
          </a:p>
          <a:p>
            <a:r>
              <a:t>useEffect runs after render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Golden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Don’t optimize prematurely</a:t>
            </a:r>
          </a:p>
          <a:p>
            <a:r>
              <a:t>Use when needed</a:t>
            </a:r>
          </a:p>
          <a:p>
            <a:r>
              <a:t>Measure performance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useMemo → values</a:t>
            </a:r>
          </a:p>
          <a:p>
            <a:r>
              <a:t>useCallback → functions</a:t>
            </a:r>
          </a:p>
          <a:p>
            <a:r>
              <a:t>React.memo → components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408</Words>
  <Application>Microsoft Office PowerPoint</Application>
  <PresentationFormat>On-screen Show (4:3)</PresentationFormat>
  <Paragraphs>125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React Performance Optimization</vt:lpstr>
      <vt:lpstr>Why DOM is slow?</vt:lpstr>
      <vt:lpstr>Reflow (Layout calculation)</vt:lpstr>
      <vt:lpstr>Repaint</vt:lpstr>
      <vt:lpstr>DOM operations are slow vs JS</vt:lpstr>
      <vt:lpstr>Frequent updates = BIG problem</vt:lpstr>
      <vt:lpstr>Why React helps</vt:lpstr>
      <vt:lpstr>Re rendering </vt:lpstr>
      <vt:lpstr>Why Performance Matters</vt:lpstr>
      <vt:lpstr>What Causes Re-renders</vt:lpstr>
      <vt:lpstr>Optimization Tools</vt:lpstr>
      <vt:lpstr>React.memo</vt:lpstr>
      <vt:lpstr>React.memo Limitation</vt:lpstr>
      <vt:lpstr>useMemo</vt:lpstr>
      <vt:lpstr>useMemo Example</vt:lpstr>
      <vt:lpstr>useMemo Use Case</vt:lpstr>
      <vt:lpstr>useCallback</vt:lpstr>
      <vt:lpstr>useCallback Example</vt:lpstr>
      <vt:lpstr>useCallback Use Case</vt:lpstr>
      <vt:lpstr>Combined Example</vt:lpstr>
      <vt:lpstr>Execution Flow</vt:lpstr>
      <vt:lpstr>useMemo vs useEffect</vt:lpstr>
      <vt:lpstr>Golden Rules</vt:lpstr>
      <vt:lpstr>Final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Performance Optimization</dc:title>
  <dc:subject/>
  <dc:creator/>
  <cp:keywords/>
  <dc:description>generated using python-pptx</dc:description>
  <cp:lastModifiedBy>ALBIN XAVIER</cp:lastModifiedBy>
  <cp:revision>29</cp:revision>
  <dcterms:created xsi:type="dcterms:W3CDTF">2013-01-27T09:14:16Z</dcterms:created>
  <dcterms:modified xsi:type="dcterms:W3CDTF">2026-03-27T01:26:31Z</dcterms:modified>
  <cp:category/>
</cp:coreProperties>
</file>
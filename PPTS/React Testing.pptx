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C2A77A-F057-4AC5-BEB9-8BC4975F3FA0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3D79A8-0758-4FBF-BF36-6D6D4066B2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656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Java:</a:t>
            </a:r>
            <a:br>
              <a:rPr lang="en-IN" dirty="0" smtClean="0"/>
            </a:br>
            <a:r>
              <a:rPr lang="en-IN" dirty="0" err="1" smtClean="0"/>
              <a:t>vi.fn</a:t>
            </a:r>
            <a:r>
              <a:rPr lang="en-IN" dirty="0" smtClean="0"/>
              <a:t>() = </a:t>
            </a:r>
            <a:r>
              <a:rPr lang="en-IN" dirty="0" err="1" smtClean="0"/>
              <a:t>Mockito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render() = </a:t>
            </a:r>
            <a:r>
              <a:rPr lang="en-IN" dirty="0" err="1" smtClean="0"/>
              <a:t>SpringBootTest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D79A8-0758-4FBF-BF36-6D6D4066B21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183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Like </a:t>
            </a:r>
            <a:r>
              <a:rPr lang="en-IN" dirty="0" err="1" smtClean="0"/>
              <a:t>Mockito</a:t>
            </a:r>
            <a:r>
              <a:rPr lang="en-IN" dirty="0" smtClean="0"/>
              <a:t> </a:t>
            </a:r>
            <a:r>
              <a:rPr lang="en-IN" dirty="0" err="1" smtClean="0"/>
              <a:t>thenReturn</a:t>
            </a:r>
            <a:r>
              <a:rPr lang="en-IN" dirty="0" smtClean="0"/>
              <a:t>()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D79A8-0758-4FBF-BF36-6D6D4066B218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816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8DAE-AFF4-4586-94DF-23C068C6976E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786B2-4E06-460F-8737-5819339881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278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8DAE-AFF4-4586-94DF-23C068C6976E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786B2-4E06-460F-8737-5819339881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869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8DAE-AFF4-4586-94DF-23C068C6976E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786B2-4E06-460F-8737-5819339881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463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8DAE-AFF4-4586-94DF-23C068C6976E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786B2-4E06-460F-8737-5819339881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260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8DAE-AFF4-4586-94DF-23C068C6976E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786B2-4E06-460F-8737-5819339881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136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8DAE-AFF4-4586-94DF-23C068C6976E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786B2-4E06-460F-8737-5819339881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310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8DAE-AFF4-4586-94DF-23C068C6976E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786B2-4E06-460F-8737-5819339881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157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8DAE-AFF4-4586-94DF-23C068C6976E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786B2-4E06-460F-8737-5819339881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050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8DAE-AFF4-4586-94DF-23C068C6976E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786B2-4E06-460F-8737-5819339881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811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8DAE-AFF4-4586-94DF-23C068C6976E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786B2-4E06-460F-8737-5819339881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179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8DAE-AFF4-4586-94DF-23C068C6976E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786B2-4E06-460F-8737-5819339881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647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818DAE-AFF4-4586-94DF-23C068C6976E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786B2-4E06-460F-8737-5819339881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931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React Testing (Basic → Advanced)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React Testing (Basic → Advanced)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2225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Agenda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Why Testing</a:t>
            </a:r>
          </a:p>
          <a:p>
            <a:r>
              <a:rPr lang="en-US" dirty="0" smtClean="0"/>
              <a:t>Basics</a:t>
            </a:r>
          </a:p>
          <a:p>
            <a:r>
              <a:rPr lang="en-US" dirty="0" smtClean="0"/>
              <a:t>Component Testing</a:t>
            </a:r>
          </a:p>
          <a:p>
            <a:r>
              <a:rPr lang="en-US" dirty="0" smtClean="0"/>
              <a:t>Mocking</a:t>
            </a:r>
          </a:p>
          <a:p>
            <a:r>
              <a:rPr lang="en-US" dirty="0" smtClean="0"/>
              <a:t>Hooks</a:t>
            </a:r>
          </a:p>
          <a:p>
            <a:r>
              <a:rPr lang="en-US" dirty="0" smtClean="0"/>
              <a:t>Forms</a:t>
            </a:r>
          </a:p>
          <a:p>
            <a:r>
              <a:rPr lang="en-US" dirty="0" smtClean="0"/>
              <a:t>Real-world cases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5275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Why Testing?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Catch bugs early</a:t>
            </a:r>
          </a:p>
          <a:p>
            <a:r>
              <a:rPr lang="en-US" dirty="0" smtClean="0"/>
              <a:t>Safe refactoring</a:t>
            </a:r>
          </a:p>
          <a:p>
            <a:r>
              <a:rPr lang="en-US" dirty="0" smtClean="0"/>
              <a:t>Confidence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9784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Types of Testing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Unit → small logic</a:t>
            </a:r>
          </a:p>
          <a:p>
            <a:r>
              <a:rPr lang="en-US" dirty="0" smtClean="0"/>
              <a:t>Integration → flow</a:t>
            </a:r>
          </a:p>
          <a:p>
            <a:r>
              <a:rPr lang="en-US" dirty="0" smtClean="0"/>
              <a:t>E2E → full user journey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3128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Tools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 smtClean="0"/>
              <a:t>Vitest</a:t>
            </a:r>
            <a:endParaRPr lang="en-IN" dirty="0" smtClean="0"/>
          </a:p>
          <a:p>
            <a:r>
              <a:rPr lang="en-IN" dirty="0" smtClean="0"/>
              <a:t>Testing Library</a:t>
            </a:r>
          </a:p>
          <a:p>
            <a:r>
              <a:rPr lang="en-IN" dirty="0" err="1" smtClean="0"/>
              <a:t>userEvent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8470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First Test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render(&lt;button&gt;Click&lt;/button&gt;); expect(</a:t>
            </a:r>
            <a:r>
              <a:rPr lang="en-IN" dirty="0" err="1" smtClean="0"/>
              <a:t>screen.getByText</a:t>
            </a:r>
            <a:r>
              <a:rPr lang="en-IN" dirty="0" smtClean="0"/>
              <a:t>("Click")) .</a:t>
            </a:r>
            <a:r>
              <a:rPr lang="en-IN" dirty="0" err="1" smtClean="0"/>
              <a:t>toBeInTheDocument</a:t>
            </a:r>
            <a:r>
              <a:rPr lang="en-IN" dirty="0" smtClean="0"/>
              <a:t>();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7040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Queries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 smtClean="0"/>
              <a:t>screen.getByText</a:t>
            </a:r>
            <a:r>
              <a:rPr lang="en-IN" dirty="0" smtClean="0"/>
              <a:t>("Click"); // sync</a:t>
            </a:r>
          </a:p>
          <a:p>
            <a:r>
              <a:rPr lang="en-IN" dirty="0" smtClean="0"/>
              <a:t> await </a:t>
            </a:r>
            <a:r>
              <a:rPr lang="en-IN" dirty="0" err="1" smtClean="0"/>
              <a:t>screen.findByText</a:t>
            </a:r>
            <a:r>
              <a:rPr lang="en-IN" dirty="0" smtClean="0"/>
              <a:t>("Click"); // </a:t>
            </a:r>
            <a:r>
              <a:rPr lang="en-IN" dirty="0" err="1" smtClean="0"/>
              <a:t>async</a:t>
            </a:r>
            <a:r>
              <a:rPr lang="en-IN" dirty="0" smtClean="0"/>
              <a:t> </a:t>
            </a:r>
          </a:p>
          <a:p>
            <a:r>
              <a:rPr lang="en-IN" dirty="0" err="1" smtClean="0"/>
              <a:t>screen.queryByText</a:t>
            </a:r>
            <a:r>
              <a:rPr lang="en-IN" dirty="0" smtClean="0"/>
              <a:t>("Click"); // optional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5246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UI Test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render(&lt;</a:t>
            </a:r>
            <a:r>
              <a:rPr lang="en-IN" dirty="0" err="1" smtClean="0"/>
              <a:t>EmployeeForm</a:t>
            </a:r>
            <a:r>
              <a:rPr lang="en-IN" dirty="0" smtClean="0"/>
              <a:t> /&gt;); </a:t>
            </a:r>
          </a:p>
          <a:p>
            <a:r>
              <a:rPr lang="en-IN" dirty="0" smtClean="0"/>
              <a:t>expect(</a:t>
            </a:r>
            <a:r>
              <a:rPr lang="en-IN" dirty="0" err="1" smtClean="0"/>
              <a:t>screen.getByLabelText</a:t>
            </a:r>
            <a:r>
              <a:rPr lang="en-IN" dirty="0" smtClean="0"/>
              <a:t>(/name/</a:t>
            </a:r>
            <a:r>
              <a:rPr lang="en-IN" dirty="0" err="1" smtClean="0"/>
              <a:t>i</a:t>
            </a:r>
            <a:r>
              <a:rPr lang="en-IN" dirty="0" smtClean="0"/>
              <a:t>)) .</a:t>
            </a:r>
            <a:r>
              <a:rPr lang="en-IN" dirty="0" err="1" smtClean="0"/>
              <a:t>toBeInTheDocument</a:t>
            </a:r>
            <a:r>
              <a:rPr lang="en-IN" dirty="0" smtClean="0"/>
              <a:t>();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7099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Typing Test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 smtClean="0"/>
              <a:t>const</a:t>
            </a:r>
            <a:r>
              <a:rPr lang="en-IN" dirty="0" smtClean="0"/>
              <a:t> input = </a:t>
            </a:r>
            <a:r>
              <a:rPr lang="en-IN" dirty="0" err="1" smtClean="0"/>
              <a:t>screen.getByLabelText</a:t>
            </a:r>
            <a:r>
              <a:rPr lang="en-IN" dirty="0" smtClean="0"/>
              <a:t>(/name/</a:t>
            </a:r>
            <a:r>
              <a:rPr lang="en-IN" dirty="0" err="1" smtClean="0"/>
              <a:t>i</a:t>
            </a:r>
            <a:r>
              <a:rPr lang="en-IN" dirty="0" smtClean="0"/>
              <a:t>); </a:t>
            </a:r>
          </a:p>
          <a:p>
            <a:r>
              <a:rPr lang="en-IN" dirty="0" smtClean="0"/>
              <a:t>await </a:t>
            </a:r>
            <a:r>
              <a:rPr lang="en-IN" dirty="0" err="1" smtClean="0"/>
              <a:t>userEvent.type</a:t>
            </a:r>
            <a:r>
              <a:rPr lang="en-IN" dirty="0" smtClean="0"/>
              <a:t>(input, "</a:t>
            </a:r>
            <a:r>
              <a:rPr lang="en-IN" dirty="0" err="1" smtClean="0"/>
              <a:t>Balu</a:t>
            </a:r>
            <a:r>
              <a:rPr lang="en-IN" dirty="0" smtClean="0"/>
              <a:t>"); expect(input).</a:t>
            </a:r>
            <a:r>
              <a:rPr lang="en-IN" dirty="0" err="1" smtClean="0"/>
              <a:t>toHaveValue</a:t>
            </a:r>
            <a:r>
              <a:rPr lang="en-IN" dirty="0" smtClean="0"/>
              <a:t>("</a:t>
            </a:r>
            <a:r>
              <a:rPr lang="en-IN" dirty="0" err="1" smtClean="0"/>
              <a:t>Balu</a:t>
            </a:r>
            <a:r>
              <a:rPr lang="en-IN" dirty="0" smtClean="0"/>
              <a:t>");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8534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When to Mock?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API calls</a:t>
            </a:r>
          </a:p>
          <a:p>
            <a:r>
              <a:rPr lang="en-IN" dirty="0" smtClean="0"/>
              <a:t>Navigation</a:t>
            </a:r>
          </a:p>
          <a:p>
            <a:r>
              <a:rPr lang="en-IN" dirty="0" smtClean="0"/>
              <a:t>External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0283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Component Test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render(&lt;</a:t>
            </a:r>
            <a:r>
              <a:rPr lang="en-IN" dirty="0" err="1" smtClean="0"/>
              <a:t>EmployeeList</a:t>
            </a:r>
            <a:r>
              <a:rPr lang="en-IN" dirty="0" smtClean="0"/>
              <a:t> /&gt;); </a:t>
            </a:r>
          </a:p>
          <a:p>
            <a:r>
              <a:rPr lang="en-IN" dirty="0" smtClean="0"/>
              <a:t>await </a:t>
            </a:r>
            <a:r>
              <a:rPr lang="en-IN" dirty="0" err="1" smtClean="0"/>
              <a:t>userEvent.type</a:t>
            </a:r>
            <a:r>
              <a:rPr lang="en-IN" dirty="0" smtClean="0"/>
              <a:t>(</a:t>
            </a:r>
            <a:r>
              <a:rPr lang="en-IN" dirty="0" err="1" smtClean="0"/>
              <a:t>searchBox</a:t>
            </a:r>
            <a:r>
              <a:rPr lang="en-IN" dirty="0" smtClean="0"/>
              <a:t>, "</a:t>
            </a:r>
            <a:r>
              <a:rPr lang="en-IN" dirty="0" err="1" smtClean="0"/>
              <a:t>Balu</a:t>
            </a:r>
            <a:r>
              <a:rPr lang="en-IN" dirty="0" smtClean="0"/>
              <a:t>"); expect(</a:t>
            </a:r>
            <a:r>
              <a:rPr lang="en-IN" dirty="0" err="1" smtClean="0"/>
              <a:t>screen.getByText</a:t>
            </a:r>
            <a:r>
              <a:rPr lang="en-IN" dirty="0" smtClean="0"/>
              <a:t>("</a:t>
            </a:r>
            <a:r>
              <a:rPr lang="en-IN" dirty="0" err="1" smtClean="0"/>
              <a:t>Balu</a:t>
            </a:r>
            <a:r>
              <a:rPr lang="en-IN" dirty="0" smtClean="0"/>
              <a:t>")) .</a:t>
            </a:r>
            <a:r>
              <a:rPr lang="en-IN" dirty="0" err="1" smtClean="0"/>
              <a:t>toBeInTheDocument</a:t>
            </a:r>
            <a:r>
              <a:rPr lang="en-IN" dirty="0" smtClean="0"/>
              <a:t>();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4131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Async</a:t>
            </a:r>
            <a:r>
              <a:rPr lang="en-IN" dirty="0" smtClean="0"/>
              <a:t> Testing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await </a:t>
            </a:r>
            <a:r>
              <a:rPr lang="en-IN" dirty="0" err="1" smtClean="0"/>
              <a:t>waitFor</a:t>
            </a:r>
            <a:r>
              <a:rPr lang="en-IN" dirty="0" smtClean="0"/>
              <a:t>(() =&gt; { expect(</a:t>
            </a:r>
            <a:r>
              <a:rPr lang="en-IN" dirty="0" err="1" smtClean="0"/>
              <a:t>api</a:t>
            </a:r>
            <a:r>
              <a:rPr lang="en-IN" dirty="0" smtClean="0"/>
              <a:t>).</a:t>
            </a:r>
            <a:r>
              <a:rPr lang="en-IN" dirty="0" err="1" smtClean="0"/>
              <a:t>toHaveBeenCalled</a:t>
            </a:r>
            <a:r>
              <a:rPr lang="en-IN" dirty="0" smtClean="0"/>
              <a:t>(); });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5144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Mocking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 smtClean="0"/>
              <a:t>vi.mock</a:t>
            </a:r>
            <a:r>
              <a:rPr lang="en-IN" dirty="0" smtClean="0"/>
              <a:t>("../services/</a:t>
            </a:r>
            <a:r>
              <a:rPr lang="en-IN" dirty="0" err="1" smtClean="0"/>
              <a:t>EmployeeService</a:t>
            </a:r>
            <a:r>
              <a:rPr lang="en-IN" dirty="0" smtClean="0"/>
              <a:t>", () =&gt; ({ </a:t>
            </a:r>
            <a:r>
              <a:rPr lang="en-IN" dirty="0" err="1" smtClean="0"/>
              <a:t>getEmployees</a:t>
            </a:r>
            <a:r>
              <a:rPr lang="en-IN" dirty="0" smtClean="0"/>
              <a:t>: </a:t>
            </a:r>
            <a:r>
              <a:rPr lang="en-IN" dirty="0" err="1" smtClean="0"/>
              <a:t>vi.fn</a:t>
            </a:r>
            <a:r>
              <a:rPr lang="en-IN" dirty="0" smtClean="0"/>
              <a:t>() }));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1639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Mock </a:t>
            </a:r>
            <a:r>
              <a:rPr lang="en-IN" dirty="0" err="1" smtClean="0"/>
              <a:t>Behavior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(</a:t>
            </a:r>
            <a:r>
              <a:rPr lang="en-IN" dirty="0" err="1" smtClean="0"/>
              <a:t>employeeService.getEmployees</a:t>
            </a:r>
            <a:r>
              <a:rPr lang="en-IN" dirty="0" smtClean="0"/>
              <a:t> as any) .</a:t>
            </a:r>
            <a:r>
              <a:rPr lang="en-IN" dirty="0" err="1" smtClean="0"/>
              <a:t>mockResolvedValue</a:t>
            </a:r>
            <a:r>
              <a:rPr lang="en-IN" dirty="0" smtClean="0"/>
              <a:t>(data);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9416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Hook Testing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 smtClean="0"/>
              <a:t>const</a:t>
            </a:r>
            <a:r>
              <a:rPr lang="en-IN" dirty="0" smtClean="0"/>
              <a:t> { result } = </a:t>
            </a:r>
            <a:r>
              <a:rPr lang="en-IN" dirty="0" err="1" smtClean="0"/>
              <a:t>renderHook</a:t>
            </a:r>
            <a:r>
              <a:rPr lang="en-IN" dirty="0" smtClean="0"/>
              <a:t>(() =&gt; </a:t>
            </a:r>
            <a:r>
              <a:rPr lang="en-IN" dirty="0" err="1" smtClean="0"/>
              <a:t>useEmployees</a:t>
            </a:r>
            <a:r>
              <a:rPr lang="en-IN" dirty="0" smtClean="0"/>
              <a:t>()); await </a:t>
            </a:r>
            <a:r>
              <a:rPr lang="en-IN" dirty="0" err="1" smtClean="0"/>
              <a:t>waitFor</a:t>
            </a:r>
            <a:r>
              <a:rPr lang="en-IN" dirty="0" smtClean="0"/>
              <a:t>(() =&gt; { expect(</a:t>
            </a:r>
            <a:r>
              <a:rPr lang="en-IN" dirty="0" err="1" smtClean="0"/>
              <a:t>result.current.loading</a:t>
            </a:r>
            <a:r>
              <a:rPr lang="en-IN" dirty="0" smtClean="0"/>
              <a:t>).</a:t>
            </a:r>
            <a:r>
              <a:rPr lang="en-IN" dirty="0" err="1" smtClean="0"/>
              <a:t>toBe</a:t>
            </a:r>
            <a:r>
              <a:rPr lang="en-IN" dirty="0" smtClean="0"/>
              <a:t>(false); });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6358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Optimistic UI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wait </a:t>
            </a:r>
            <a:r>
              <a:rPr lang="en-IN" dirty="0" err="1" smtClean="0"/>
              <a:t>result.current.removeEmployee</a:t>
            </a:r>
            <a:r>
              <a:rPr lang="en-IN" dirty="0" smtClean="0"/>
              <a:t>(1); expect(</a:t>
            </a:r>
            <a:r>
              <a:rPr lang="en-IN" dirty="0" err="1" smtClean="0"/>
              <a:t>result.current.employees.length</a:t>
            </a:r>
            <a:r>
              <a:rPr lang="en-IN" dirty="0" smtClean="0"/>
              <a:t>) .</a:t>
            </a:r>
            <a:r>
              <a:rPr lang="en-IN" dirty="0" err="1" smtClean="0"/>
              <a:t>toBe</a:t>
            </a:r>
            <a:r>
              <a:rPr lang="en-IN" dirty="0" smtClean="0"/>
              <a:t>(1);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7784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Form Test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await </a:t>
            </a:r>
            <a:r>
              <a:rPr lang="en-IN" dirty="0" err="1" smtClean="0"/>
              <a:t>userEvent.type</a:t>
            </a:r>
            <a:r>
              <a:rPr lang="en-IN" dirty="0" smtClean="0"/>
              <a:t>(name, "</a:t>
            </a:r>
            <a:r>
              <a:rPr lang="en-IN" dirty="0" err="1" smtClean="0"/>
              <a:t>Balu</a:t>
            </a:r>
            <a:r>
              <a:rPr lang="en-IN" dirty="0" smtClean="0"/>
              <a:t>"); await </a:t>
            </a:r>
            <a:r>
              <a:rPr lang="en-IN" dirty="0" err="1" smtClean="0"/>
              <a:t>userEvent.click</a:t>
            </a:r>
            <a:r>
              <a:rPr lang="en-IN" dirty="0" smtClean="0"/>
              <a:t>(</a:t>
            </a:r>
            <a:r>
              <a:rPr lang="en-IN" dirty="0" err="1" smtClean="0"/>
              <a:t>submitBtn</a:t>
            </a:r>
            <a:r>
              <a:rPr lang="en-IN" dirty="0" smtClean="0"/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545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MUI Select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await </a:t>
            </a:r>
            <a:r>
              <a:rPr lang="en-IN" dirty="0" err="1" smtClean="0"/>
              <a:t>userEvent.click</a:t>
            </a:r>
            <a:r>
              <a:rPr lang="en-IN" dirty="0" smtClean="0"/>
              <a:t>(</a:t>
            </a:r>
            <a:r>
              <a:rPr lang="en-IN" dirty="0" err="1" smtClean="0"/>
              <a:t>screen.getByLabelText</a:t>
            </a:r>
            <a:r>
              <a:rPr lang="en-IN" dirty="0" smtClean="0"/>
              <a:t>(/department/</a:t>
            </a:r>
            <a:r>
              <a:rPr lang="en-IN" dirty="0" err="1" smtClean="0"/>
              <a:t>i</a:t>
            </a:r>
            <a:r>
              <a:rPr lang="en-IN" dirty="0" smtClean="0"/>
              <a:t>)); await </a:t>
            </a:r>
            <a:r>
              <a:rPr lang="en-IN" dirty="0" err="1" smtClean="0"/>
              <a:t>userEvent.click</a:t>
            </a:r>
            <a:r>
              <a:rPr lang="en-IN" dirty="0" smtClean="0"/>
              <a:t>(await </a:t>
            </a:r>
            <a:r>
              <a:rPr lang="en-IN" dirty="0" err="1" smtClean="0"/>
              <a:t>screen.findByText</a:t>
            </a:r>
            <a:r>
              <a:rPr lang="en-IN" dirty="0" smtClean="0"/>
              <a:t>("IT"));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0834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Navigation Test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const</a:t>
            </a:r>
            <a:r>
              <a:rPr lang="en-US" dirty="0" smtClean="0"/>
              <a:t> </a:t>
            </a:r>
            <a:r>
              <a:rPr lang="en-US" dirty="0" err="1" smtClean="0"/>
              <a:t>mockNavigate</a:t>
            </a:r>
            <a:r>
              <a:rPr lang="en-US" dirty="0" smtClean="0"/>
              <a:t> = </a:t>
            </a:r>
            <a:r>
              <a:rPr lang="en-US" dirty="0" err="1" smtClean="0"/>
              <a:t>vi.fn</a:t>
            </a:r>
            <a:r>
              <a:rPr lang="en-US" dirty="0" smtClean="0"/>
              <a:t>(); expect(</a:t>
            </a:r>
            <a:r>
              <a:rPr lang="en-US" dirty="0" err="1" smtClean="0"/>
              <a:t>mockNavigate</a:t>
            </a:r>
            <a:r>
              <a:rPr lang="en-US" dirty="0" smtClean="0"/>
              <a:t>) .</a:t>
            </a:r>
            <a:r>
              <a:rPr lang="en-US" dirty="0" err="1" smtClean="0"/>
              <a:t>toHaveBeenCalledWith</a:t>
            </a:r>
            <a:r>
              <a:rPr lang="en-US" dirty="0" smtClean="0"/>
              <a:t>("/employee");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8980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Router Issue Fix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render( &lt;</a:t>
            </a:r>
            <a:r>
              <a:rPr lang="en-IN" dirty="0" err="1" smtClean="0"/>
              <a:t>MemoryRouter</a:t>
            </a:r>
            <a:r>
              <a:rPr lang="en-IN" dirty="0" smtClean="0"/>
              <a:t>&gt; &lt;</a:t>
            </a:r>
            <a:r>
              <a:rPr lang="en-IN" dirty="0" err="1" smtClean="0"/>
              <a:t>EmployeeForm</a:t>
            </a:r>
            <a:r>
              <a:rPr lang="en-IN" dirty="0" smtClean="0"/>
              <a:t> /&gt; &lt;/</a:t>
            </a:r>
            <a:r>
              <a:rPr lang="en-IN" dirty="0" err="1" smtClean="0"/>
              <a:t>MemoryRouter</a:t>
            </a:r>
            <a:r>
              <a:rPr lang="en-IN" dirty="0" smtClean="0"/>
              <a:t>&gt; 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3410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Common Errors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useNavigate</a:t>
            </a:r>
            <a:r>
              <a:rPr lang="en-US" dirty="0" smtClean="0"/>
              <a:t> without Router</a:t>
            </a:r>
          </a:p>
          <a:p>
            <a:r>
              <a:rPr lang="en-US" dirty="0" err="1" smtClean="0"/>
              <a:t>vi.mock</a:t>
            </a:r>
            <a:r>
              <a:rPr lang="en-US" dirty="0" smtClean="0"/>
              <a:t> hoisting</a:t>
            </a:r>
          </a:p>
          <a:p>
            <a:r>
              <a:rPr lang="en-US" dirty="0" smtClean="0"/>
              <a:t>wrong import path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7675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Best Practices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Test behavior</a:t>
            </a:r>
            <a:endParaRPr lang="en-US" dirty="0"/>
          </a:p>
          <a:p>
            <a:r>
              <a:rPr lang="en-US" dirty="0" smtClean="0"/>
              <a:t>Use </a:t>
            </a:r>
            <a:r>
              <a:rPr lang="en-US" dirty="0" err="1" smtClean="0"/>
              <a:t>userEvent</a:t>
            </a:r>
            <a:endParaRPr lang="en-US" dirty="0"/>
          </a:p>
          <a:p>
            <a:r>
              <a:rPr lang="en-US" dirty="0" smtClean="0"/>
              <a:t> Keep tests simple</a:t>
            </a:r>
            <a:endParaRPr lang="en-US" dirty="0"/>
          </a:p>
          <a:p>
            <a:r>
              <a:rPr lang="en-US" dirty="0" smtClean="0"/>
              <a:t> Avoid over-mocking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9532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302</Words>
  <Application>Microsoft Office PowerPoint</Application>
  <PresentationFormat>Widescreen</PresentationFormat>
  <Paragraphs>72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React Testing (Basic → Advanced)</vt:lpstr>
      <vt:lpstr>Agenda</vt:lpstr>
      <vt:lpstr>Why Testing?</vt:lpstr>
      <vt:lpstr>Types of Testing</vt:lpstr>
      <vt:lpstr>Tools</vt:lpstr>
      <vt:lpstr>First Test</vt:lpstr>
      <vt:lpstr>Queries</vt:lpstr>
      <vt:lpstr>UI Test </vt:lpstr>
      <vt:lpstr>Typing Test</vt:lpstr>
      <vt:lpstr>When to Mock?</vt:lpstr>
      <vt:lpstr>Component Test</vt:lpstr>
      <vt:lpstr>Async Testing</vt:lpstr>
      <vt:lpstr>Mocking</vt:lpstr>
      <vt:lpstr>Mock Behavior</vt:lpstr>
      <vt:lpstr>Hook Testing</vt:lpstr>
      <vt:lpstr>Optimistic UI</vt:lpstr>
      <vt:lpstr>Form Test</vt:lpstr>
      <vt:lpstr>MUI Select</vt:lpstr>
      <vt:lpstr>Navigation Test</vt:lpstr>
      <vt:lpstr>Router Issue Fix</vt:lpstr>
      <vt:lpstr>Common Errors</vt:lpstr>
      <vt:lpstr>Best Practices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Testing (Basic → Advanced)</dc:title>
  <dc:creator>ALBIN XAVIER</dc:creator>
  <cp:lastModifiedBy>ALBIN XAVIER</cp:lastModifiedBy>
  <cp:revision>2</cp:revision>
  <dcterms:created xsi:type="dcterms:W3CDTF">2026-03-31T17:51:27Z</dcterms:created>
  <dcterms:modified xsi:type="dcterms:W3CDTF">2026-03-31T17:53:34Z</dcterms:modified>
</cp:coreProperties>
</file>
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 Context - Complete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Concepts, Patterns, </a:t>
            </a:r>
            <a:r>
              <a:rPr dirty="0" smtClean="0"/>
              <a:t>Pitfalls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Context?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Share data globally without prop drilling</a:t>
            </a:r>
          </a:p>
          <a:p>
            <a:r>
              <a:rPr dirty="0"/>
              <a:t>Works with Provider &amp; Consumer</a:t>
            </a:r>
          </a:p>
          <a:p>
            <a:r>
              <a:rPr dirty="0"/>
              <a:t>Not a full state management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(user info)</a:t>
            </a:r>
          </a:p>
          <a:p>
            <a:r>
              <a:t>Theme (dark/light)</a:t>
            </a:r>
          </a:p>
          <a:p>
            <a:r>
              <a:t>Language settings</a:t>
            </a:r>
          </a:p>
          <a:p>
            <a:r>
              <a:t>Global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updates (cart, typing)</a:t>
            </a:r>
          </a:p>
          <a:p>
            <a:r>
              <a:t>Large dynamic lists</a:t>
            </a:r>
          </a:p>
          <a:p>
            <a:r>
              <a:t>Performance-critical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lives in Provider</a:t>
            </a:r>
          </a:p>
          <a:p>
            <a:r>
              <a:t>Context passes data down</a:t>
            </a:r>
          </a:p>
          <a:p>
            <a:r>
              <a:t>Consumers read via useContext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user in state</a:t>
            </a:r>
          </a:p>
          <a:p>
            <a:r>
              <a:t>Expose login/logout</a:t>
            </a:r>
          </a:p>
          <a:p>
            <a:r>
              <a:t>Hide setUser (encapsulation)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login/logout in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logic</a:t>
            </a:r>
          </a:p>
          <a:p>
            <a:r>
              <a:t>Avoid duplication</a:t>
            </a:r>
          </a:p>
          <a:p>
            <a:r>
              <a:t>Ensures UI consistency</a:t>
            </a:r>
          </a:p>
          <a:p>
            <a:r>
              <a:t>Handles side effects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LocalStorage vs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= live UI state</a:t>
            </a:r>
          </a:p>
          <a:p>
            <a:r>
              <a:t>localStorage = persistence</a:t>
            </a:r>
          </a:p>
          <a:p>
            <a:r>
              <a:t>Use together for auth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Protected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Restrict page access</a:t>
            </a:r>
          </a:p>
          <a:p>
            <a:r>
              <a:t>Redirect if not authenticated</a:t>
            </a:r>
          </a:p>
          <a:p>
            <a:r>
              <a:t>React equivalent of AuthGuard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Children Prop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nested JSX</a:t>
            </a:r>
          </a:p>
          <a:p>
            <a:r>
              <a:t>Automatically passed by React</a:t>
            </a:r>
          </a:p>
          <a:p>
            <a:r>
              <a:t>Can be string, JSX, array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Updating only localStorage (no UI change)</a:t>
            </a:r>
          </a:p>
          <a:p>
            <a:r>
              <a:t>Exposing setState</a:t>
            </a:r>
          </a:p>
          <a:p>
            <a:r>
              <a:t>Too much data in one 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contexts (Auth, Theme)</a:t>
            </a:r>
          </a:p>
          <a:p>
            <a:r>
              <a:t>Use custom hooks</a:t>
            </a:r>
          </a:p>
          <a:p>
            <a:r>
              <a:t>Keep context lightweight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API call → setUser</a:t>
            </a:r>
          </a:p>
          <a:p>
            <a:r>
              <a:t>Refresh → load from storage</a:t>
            </a:r>
          </a:p>
          <a:p>
            <a:r>
              <a:t>Logout → clear state + 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= dependency injection</a:t>
            </a:r>
          </a:p>
          <a:p>
            <a:r>
              <a:t>Not a replacement for Redux</a:t>
            </a:r>
          </a:p>
          <a:p>
            <a:r>
              <a:t>Used for global, stable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221</Words>
  <Application>Microsoft Office PowerPoint</Application>
  <PresentationFormat>On-screen Show (4:3)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React Context - Complete Guide</vt:lpstr>
      <vt:lpstr>What is Context?</vt:lpstr>
      <vt:lpstr>When to Use Context</vt:lpstr>
      <vt:lpstr>When NOT to Use Context</vt:lpstr>
      <vt:lpstr>Core Architecture</vt:lpstr>
      <vt:lpstr>Auth Pattern</vt:lpstr>
      <vt:lpstr>Why login/logout in Context</vt:lpstr>
      <vt:lpstr>LocalStorage vs Context</vt:lpstr>
      <vt:lpstr>Protected Routes</vt:lpstr>
      <vt:lpstr>Children Prop</vt:lpstr>
      <vt:lpstr>Common Bugs</vt:lpstr>
      <vt:lpstr>Best Practices</vt:lpstr>
      <vt:lpstr>Real World Flow</vt:lpstr>
      <vt:lpstr>Interview Key Points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Context - Complete Guide</dc:title>
  <dc:subject/>
  <dc:creator/>
  <cp:keywords/>
  <dc:description>generated using python-pptx</dc:description>
  <cp:lastModifiedBy>ALBIN XAVIER</cp:lastModifiedBy>
  <cp:revision>4</cp:revision>
  <dcterms:created xsi:type="dcterms:W3CDTF">2013-01-27T09:14:16Z</dcterms:created>
  <dcterms:modified xsi:type="dcterms:W3CDTF">2026-03-30T06:01:14Z</dcterms:modified>
  <cp:category/>
</cp:coreProperties>
</file>
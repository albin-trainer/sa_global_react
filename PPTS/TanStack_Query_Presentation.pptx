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73" r:id="rId8"/>
    <p:sldId id="274" r:id="rId9"/>
    <p:sldId id="275" r:id="rId10"/>
    <p:sldId id="276" r:id="rId11"/>
    <p:sldId id="262" r:id="rId12"/>
    <p:sldId id="272" r:id="rId13"/>
    <p:sldId id="265" r:id="rId14"/>
    <p:sldId id="266" r:id="rId15"/>
    <p:sldId id="267" r:id="rId16"/>
    <p:sldId id="268" r:id="rId17"/>
    <p:sldId id="277" r:id="rId18"/>
    <p:sldId id="263" r:id="rId19"/>
    <p:sldId id="279" r:id="rId20"/>
    <p:sldId id="280" r:id="rId21"/>
    <p:sldId id="264" r:id="rId22"/>
    <p:sldId id="278" r:id="rId23"/>
    <p:sldId id="269" r:id="rId24"/>
    <p:sldId id="270" r:id="rId25"/>
    <p:sldId id="27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TanStack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From Basics to Advanced</a:t>
            </a:r>
          </a:p>
          <a:p>
            <a:r>
              <a:rPr dirty="0"/>
              <a:t>What • Why • </a:t>
            </a:r>
            <a:r>
              <a:rPr dirty="0" smtClean="0"/>
              <a:t>How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Problems with </a:t>
            </a:r>
            <a:r>
              <a:rPr dirty="0" err="1"/>
              <a:t>useEffect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Manual API calls</a:t>
            </a:r>
          </a:p>
          <a:p>
            <a:r>
              <a:rPr dirty="0"/>
              <a:t>- No caching</a:t>
            </a:r>
          </a:p>
          <a:p>
            <a:r>
              <a:rPr dirty="0"/>
              <a:t>- Repetitive logic</a:t>
            </a:r>
          </a:p>
          <a:p>
            <a:r>
              <a:rPr dirty="0"/>
              <a:t>- Hard to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TanStack Query?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Handles server state</a:t>
            </a:r>
          </a:p>
          <a:p>
            <a:r>
              <a:rPr dirty="0"/>
              <a:t>- Caching &amp; performance</a:t>
            </a:r>
          </a:p>
          <a:p>
            <a:r>
              <a:rPr dirty="0"/>
              <a:t>- Auto </a:t>
            </a:r>
            <a:r>
              <a:rPr dirty="0" err="1"/>
              <a:t>refetch</a:t>
            </a:r>
            <a:endParaRPr dirty="0"/>
          </a:p>
          <a:p>
            <a:r>
              <a:rPr lang="en-IN" dirty="0" smtClean="0"/>
              <a:t>Background updates</a:t>
            </a:r>
          </a:p>
          <a:p>
            <a:r>
              <a:rPr lang="en-US" dirty="0" smtClean="0"/>
              <a:t>Much cleaner code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npm</a:t>
            </a:r>
            <a:r>
              <a:rPr dirty="0"/>
              <a:t> install @</a:t>
            </a:r>
            <a:r>
              <a:rPr dirty="0" err="1"/>
              <a:t>tanstack</a:t>
            </a:r>
            <a:r>
              <a:rPr dirty="0"/>
              <a:t>/react-query</a:t>
            </a:r>
          </a:p>
          <a:p>
            <a:endParaRPr dirty="0"/>
          </a:p>
          <a:p>
            <a:r>
              <a:rPr dirty="0"/>
              <a:t>Wrap App with </a:t>
            </a:r>
            <a:r>
              <a:rPr dirty="0" err="1"/>
              <a:t>QueryClientProvider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QueryClient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const</a:t>
            </a:r>
            <a:r>
              <a:rPr dirty="0"/>
              <a:t> </a:t>
            </a:r>
            <a:r>
              <a:rPr dirty="0" err="1"/>
              <a:t>queryClient</a:t>
            </a:r>
            <a:r>
              <a:rPr dirty="0"/>
              <a:t> = new </a:t>
            </a:r>
            <a:r>
              <a:rPr dirty="0" err="1"/>
              <a:t>QueryClient</a:t>
            </a:r>
            <a:r>
              <a:rPr dirty="0"/>
              <a:t>({</a:t>
            </a:r>
          </a:p>
          <a:p>
            <a:r>
              <a:rPr dirty="0"/>
              <a:t> </a:t>
            </a:r>
            <a:r>
              <a:rPr dirty="0" err="1"/>
              <a:t>defaultOptions</a:t>
            </a:r>
            <a:r>
              <a:rPr dirty="0"/>
              <a:t>:{ queries:{ </a:t>
            </a:r>
            <a:r>
              <a:rPr dirty="0" err="1" smtClean="0"/>
              <a:t>staleTime</a:t>
            </a:r>
            <a:r>
              <a:rPr dirty="0" smtClean="0"/>
              <a:t>:</a:t>
            </a:r>
            <a:r>
              <a:rPr lang="en-IN" dirty="0"/>
              <a:t>1000 * 60 * 5 </a:t>
            </a:r>
            <a:r>
              <a:rPr dirty="0" smtClean="0"/>
              <a:t> </a:t>
            </a:r>
            <a:r>
              <a:rPr dirty="0"/>
              <a:t>} }</a:t>
            </a:r>
          </a:p>
          <a:p>
            <a:r>
              <a:rPr dirty="0" smtClean="0"/>
              <a:t>});</a:t>
            </a:r>
            <a:endParaRPr lang="en-US" dirty="0" smtClean="0"/>
          </a:p>
          <a:p>
            <a:r>
              <a:rPr lang="en-US" dirty="0"/>
              <a:t>For 5 minutes, this data is considered </a:t>
            </a:r>
            <a:r>
              <a:rPr lang="en-US" b="1" dirty="0"/>
              <a:t>FRESH</a:t>
            </a:r>
            <a:r>
              <a:rPr lang="en-US" dirty="0"/>
              <a:t> — don’t </a:t>
            </a:r>
            <a:r>
              <a:rPr lang="en-US" dirty="0" err="1"/>
              <a:t>refetch</a:t>
            </a:r>
            <a:r>
              <a:rPr lang="en-US" dirty="0"/>
              <a:t> automatically.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useQuery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const</a:t>
            </a:r>
            <a:r>
              <a:rPr dirty="0"/>
              <a:t> {data} = </a:t>
            </a:r>
            <a:r>
              <a:rPr dirty="0" err="1"/>
              <a:t>useQuery</a:t>
            </a:r>
            <a:r>
              <a:rPr dirty="0"/>
              <a:t>({</a:t>
            </a:r>
          </a:p>
          <a:p>
            <a:r>
              <a:rPr dirty="0"/>
              <a:t> </a:t>
            </a:r>
            <a:r>
              <a:rPr dirty="0" err="1"/>
              <a:t>queryKey</a:t>
            </a:r>
            <a:r>
              <a:rPr dirty="0"/>
              <a:t>:['employees'],</a:t>
            </a:r>
          </a:p>
          <a:p>
            <a:r>
              <a:rPr dirty="0"/>
              <a:t> </a:t>
            </a:r>
            <a:r>
              <a:rPr dirty="0" err="1"/>
              <a:t>queryFn:getEmployees</a:t>
            </a:r>
            <a:endParaRPr dirty="0"/>
          </a:p>
          <a:p>
            <a:r>
              <a:rPr dirty="0"/>
              <a:t>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actually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API call happens </a:t>
            </a:r>
            <a:br>
              <a:rPr lang="en-US" dirty="0"/>
            </a:br>
            <a:r>
              <a:rPr lang="en-US" dirty="0"/>
              <a:t>→ Data </a:t>
            </a:r>
            <a:r>
              <a:rPr lang="en-US" dirty="0" smtClean="0"/>
              <a:t>cached</a:t>
            </a:r>
          </a:p>
          <a:p>
            <a:r>
              <a:rPr lang="en-US" dirty="0"/>
              <a:t>Next 5 minutes:</a:t>
            </a:r>
          </a:p>
          <a:p>
            <a:r>
              <a:rPr lang="en-US" dirty="0"/>
              <a:t>→ Data is FRESH</a:t>
            </a:r>
          </a:p>
          <a:p>
            <a:r>
              <a:rPr lang="en-US" dirty="0"/>
              <a:t>→ No </a:t>
            </a:r>
            <a:r>
              <a:rPr lang="en-US" dirty="0" err="1"/>
              <a:t>refetch</a:t>
            </a:r>
            <a:r>
              <a:rPr lang="en-US" dirty="0"/>
              <a:t> on:</a:t>
            </a:r>
          </a:p>
          <a:p>
            <a:pPr marL="0" indent="0">
              <a:buNone/>
            </a:pPr>
            <a:r>
              <a:rPr lang="en-US" dirty="0" smtClean="0"/>
              <a:t>              component </a:t>
            </a:r>
            <a:r>
              <a:rPr lang="en-US" dirty="0"/>
              <a:t>re-render</a:t>
            </a:r>
          </a:p>
          <a:p>
            <a:pPr marL="0" indent="0">
              <a:buNone/>
            </a:pPr>
            <a:r>
              <a:rPr lang="en-US" dirty="0" smtClean="0"/>
              <a:t>              navigation </a:t>
            </a:r>
            <a:r>
              <a:rPr lang="en-US" dirty="0"/>
              <a:t>back</a:t>
            </a:r>
          </a:p>
          <a:p>
            <a:pPr marL="0" indent="0">
              <a:buNone/>
            </a:pPr>
            <a:r>
              <a:rPr lang="en-US" dirty="0" smtClean="0"/>
              <a:t>              window </a:t>
            </a:r>
            <a:r>
              <a:rPr lang="en-US" dirty="0"/>
              <a:t>focus</a:t>
            </a:r>
          </a:p>
          <a:p>
            <a:r>
              <a:rPr lang="en-US" dirty="0"/>
              <a:t>After 5 minutes:</a:t>
            </a:r>
          </a:p>
          <a:p>
            <a:r>
              <a:rPr lang="en-US" dirty="0"/>
              <a:t>→ Data becomes STALE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617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staleTime</a:t>
            </a:r>
            <a:r>
              <a:rPr lang="en-IN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</a:t>
            </a:r>
            <a:r>
              <a:rPr lang="en-US" dirty="0" err="1"/>
              <a:t>staleTime</a:t>
            </a:r>
            <a:r>
              <a:rPr lang="en-US" dirty="0"/>
              <a:t> defines how long cached data is considered fresh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During this period, React Query will not </a:t>
            </a:r>
            <a:r>
              <a:rPr lang="en-US" dirty="0" err="1"/>
              <a:t>refetch</a:t>
            </a:r>
            <a:r>
              <a:rPr lang="en-US" dirty="0"/>
              <a:t> data automatically. </a:t>
            </a:r>
            <a:endParaRPr lang="en-US" dirty="0" smtClean="0"/>
          </a:p>
          <a:p>
            <a:r>
              <a:rPr lang="en-US" dirty="0" smtClean="0"/>
              <a:t>After </a:t>
            </a:r>
            <a:r>
              <a:rPr lang="en-US" dirty="0"/>
              <a:t>it becomes stale, </a:t>
            </a:r>
            <a:r>
              <a:rPr lang="en-US" dirty="0" err="1"/>
              <a:t>refetch</a:t>
            </a:r>
            <a:r>
              <a:rPr lang="en-US" dirty="0"/>
              <a:t> can happen based on triggers like window focus, remount, or manual invalidation."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3954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staleTime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staleTime </a:t>
            </a:r>
            <a:r>
              <a:rPr lang="en-IN" smtClean="0"/>
              <a:t>: </a:t>
            </a:r>
            <a:r>
              <a:rPr lang="en-IN" dirty="0"/>
              <a:t>5 </a:t>
            </a:r>
            <a:r>
              <a:rPr lang="en-IN" dirty="0" smtClean="0"/>
              <a:t>min</a:t>
            </a:r>
          </a:p>
          <a:p>
            <a:endParaRPr lang="en-US" dirty="0"/>
          </a:p>
          <a:p>
            <a:r>
              <a:rPr lang="en-US" dirty="0"/>
              <a:t>No API </a:t>
            </a:r>
            <a:r>
              <a:rPr lang="en-US" dirty="0" smtClean="0"/>
              <a:t>call️</a:t>
            </a:r>
          </a:p>
          <a:p>
            <a:r>
              <a:rPr lang="en-US" dirty="0" smtClean="0"/>
              <a:t> </a:t>
            </a:r>
            <a:r>
              <a:rPr lang="en-US" dirty="0"/>
              <a:t>Super fast UX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361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useQuery</a:t>
            </a:r>
            <a:r>
              <a:rPr lang="en-US" dirty="0"/>
              <a:t>({</a:t>
            </a:r>
            <a:br>
              <a:rPr lang="en-US" dirty="0"/>
            </a:br>
            <a:r>
              <a:rPr lang="en-US" dirty="0" err="1"/>
              <a:t>queryKey</a:t>
            </a:r>
            <a:r>
              <a:rPr lang="en-US" dirty="0"/>
              <a:t>: ["employees"],</a:t>
            </a:r>
            <a:br>
              <a:rPr lang="en-US" dirty="0"/>
            </a:br>
            <a:r>
              <a:rPr lang="en-US" dirty="0" err="1"/>
              <a:t>queryFn</a:t>
            </a:r>
            <a:r>
              <a:rPr lang="en-US" dirty="0"/>
              <a:t>: </a:t>
            </a:r>
            <a:r>
              <a:rPr lang="en-US" dirty="0" err="1"/>
              <a:t>getEmployees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staleTime</a:t>
            </a:r>
            <a:r>
              <a:rPr lang="en-US" dirty="0"/>
              <a:t>: 5 * 60 * 1000,</a:t>
            </a:r>
            <a:br>
              <a:rPr lang="en-US" dirty="0"/>
            </a:br>
            <a:r>
              <a:rPr lang="en-US" dirty="0" err="1"/>
              <a:t>gcTime</a:t>
            </a:r>
            <a:r>
              <a:rPr lang="en-US" dirty="0"/>
              <a:t>: 10 * 60 * 1000,</a:t>
            </a:r>
            <a:br>
              <a:rPr lang="en-US" dirty="0"/>
            </a:br>
            <a:r>
              <a:rPr lang="en-US" dirty="0"/>
              <a:t>});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206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queryKey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Unique identifier</a:t>
            </a:r>
          </a:p>
          <a:p>
            <a:r>
              <a:rPr dirty="0"/>
              <a:t>- Controls </a:t>
            </a:r>
            <a:r>
              <a:rPr dirty="0" smtClean="0"/>
              <a:t>caching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Caching Strategies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cached automatically</a:t>
            </a:r>
          </a:p>
          <a:p>
            <a:r>
              <a:rPr lang="en-US" dirty="0"/>
              <a:t>Reused across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998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staleTime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Time data is fresh</a:t>
            </a:r>
          </a:p>
          <a:p>
            <a:r>
              <a:t>- Prevents refetch</a:t>
            </a:r>
          </a:p>
          <a:p>
            <a:r>
              <a:t>Example: 5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gcTime (cacheTime)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Time unused data stays in memory</a:t>
            </a:r>
          </a:p>
          <a:p>
            <a:r>
              <a:t>- After expiry → deleted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staleTime</a:t>
            </a:r>
            <a:r>
              <a:rPr dirty="0"/>
              <a:t> vs </a:t>
            </a:r>
            <a:r>
              <a:rPr dirty="0" err="1"/>
              <a:t>gcTime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staleTime</a:t>
            </a:r>
            <a:r>
              <a:rPr dirty="0"/>
              <a:t> → freshness</a:t>
            </a:r>
          </a:p>
          <a:p>
            <a:r>
              <a:rPr dirty="0"/>
              <a:t> </a:t>
            </a:r>
            <a:r>
              <a:rPr dirty="0" err="1"/>
              <a:t>gcTime</a:t>
            </a:r>
            <a:r>
              <a:rPr dirty="0"/>
              <a:t> → memory</a:t>
            </a:r>
          </a:p>
          <a:p>
            <a:endParaRPr dirty="0"/>
          </a:p>
          <a:p>
            <a:r>
              <a:rPr dirty="0"/>
              <a:t>Fresh ≠ Stored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Cache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queryClient.setQueryData</a:t>
            </a:r>
            <a:r>
              <a:rPr dirty="0"/>
              <a:t>(['employees'], old =&gt; [...old, </a:t>
            </a:r>
            <a:r>
              <a:rPr dirty="0" err="1"/>
              <a:t>newEmp</a:t>
            </a:r>
            <a:r>
              <a:rPr dirty="0"/>
              <a:t>]);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Used for </a:t>
            </a:r>
            <a:r>
              <a:rPr lang="en-IN" dirty="0"/>
              <a:t>server-side operations like add/update/delete</a:t>
            </a:r>
            <a:r>
              <a:rPr lang="en-IN" dirty="0" smtClean="0"/>
              <a:t>.</a:t>
            </a:r>
          </a:p>
          <a:p>
            <a:r>
              <a:rPr lang="en-IN" dirty="0" smtClean="0"/>
              <a:t> </a:t>
            </a:r>
            <a:r>
              <a:rPr lang="en-IN" dirty="0"/>
              <a:t>By default, they don’t update cached queries automatically. </a:t>
            </a:r>
            <a:endParaRPr lang="en-IN" dirty="0" smtClean="0"/>
          </a:p>
          <a:p>
            <a:r>
              <a:rPr lang="en-IN" dirty="0" smtClean="0"/>
              <a:t>We </a:t>
            </a:r>
            <a:r>
              <a:rPr lang="en-IN" dirty="0"/>
              <a:t>typically use </a:t>
            </a:r>
            <a:r>
              <a:rPr lang="en-IN" dirty="0" err="1"/>
              <a:t>invalidateQueries</a:t>
            </a:r>
            <a:r>
              <a:rPr lang="en-IN" dirty="0"/>
              <a:t> to </a:t>
            </a:r>
            <a:r>
              <a:rPr lang="en-IN" dirty="0" err="1"/>
              <a:t>refetch</a:t>
            </a:r>
            <a:r>
              <a:rPr lang="en-IN" dirty="0"/>
              <a:t> updated data, or </a:t>
            </a:r>
            <a:r>
              <a:rPr lang="en-IN" dirty="0" err="1"/>
              <a:t>setQueryData</a:t>
            </a:r>
            <a:r>
              <a:rPr lang="en-IN" dirty="0"/>
              <a:t> for manual/optimistic updates</a:t>
            </a:r>
          </a:p>
        </p:txBody>
      </p:sp>
    </p:spTree>
    <p:extLst>
      <p:ext uri="{BB962C8B-B14F-4D97-AF65-F5344CB8AC3E}">
        <p14:creationId xmlns:p14="http://schemas.microsoft.com/office/powerpoint/2010/main" val="276598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useMutation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792691" cy="4525963"/>
          </a:xfrm>
        </p:spPr>
        <p:txBody>
          <a:bodyPr>
            <a:normAutofit fontScale="92500" lnSpcReduction="20000"/>
          </a:bodyPr>
          <a:lstStyle/>
          <a:p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addMutation</a:t>
            </a:r>
            <a:r>
              <a:rPr lang="en-IN" dirty="0"/>
              <a:t> = </a:t>
            </a:r>
            <a:r>
              <a:rPr lang="en-IN" dirty="0" err="1"/>
              <a:t>useMutation</a:t>
            </a:r>
            <a:r>
              <a:rPr lang="en-IN" dirty="0"/>
              <a:t>({</a:t>
            </a:r>
          </a:p>
          <a:p>
            <a:r>
              <a:rPr lang="en-IN" dirty="0"/>
              <a:t>    </a:t>
            </a:r>
            <a:r>
              <a:rPr lang="en-IN" dirty="0" err="1"/>
              <a:t>mutationFn</a:t>
            </a:r>
            <a:r>
              <a:rPr lang="en-IN" dirty="0"/>
              <a:t>: </a:t>
            </a:r>
            <a:r>
              <a:rPr lang="en-IN" dirty="0" err="1"/>
              <a:t>createEmployee</a:t>
            </a:r>
            <a:r>
              <a:rPr lang="en-IN" dirty="0"/>
              <a:t>,</a:t>
            </a:r>
          </a:p>
          <a:p>
            <a:r>
              <a:rPr lang="en-IN" dirty="0"/>
              <a:t>    </a:t>
            </a:r>
            <a:r>
              <a:rPr lang="en-IN" dirty="0" err="1"/>
              <a:t>onSuccess</a:t>
            </a:r>
            <a:r>
              <a:rPr lang="en-IN" dirty="0"/>
              <a:t>: () =&gt; {</a:t>
            </a:r>
          </a:p>
          <a:p>
            <a:r>
              <a:rPr lang="en-IN" dirty="0"/>
              <a:t>      </a:t>
            </a:r>
            <a:r>
              <a:rPr lang="en-IN" dirty="0" err="1"/>
              <a:t>queryClient.invalidateQueries</a:t>
            </a:r>
            <a:r>
              <a:rPr lang="en-IN" dirty="0"/>
              <a:t>({ </a:t>
            </a:r>
            <a:r>
              <a:rPr lang="en-IN" dirty="0" err="1"/>
              <a:t>queryKey</a:t>
            </a:r>
            <a:r>
              <a:rPr lang="en-IN" dirty="0"/>
              <a:t>: ["employees"] });</a:t>
            </a:r>
          </a:p>
          <a:p>
            <a:r>
              <a:rPr lang="en-IN" dirty="0"/>
              <a:t>      alert("Added!");</a:t>
            </a:r>
          </a:p>
          <a:p>
            <a:r>
              <a:rPr lang="en-IN" dirty="0"/>
              <a:t>    },</a:t>
            </a:r>
          </a:p>
          <a:p>
            <a:r>
              <a:rPr lang="en-IN" dirty="0"/>
              <a:t>  });</a:t>
            </a:r>
          </a:p>
          <a:p>
            <a:r>
              <a:rPr lang="en-IN" dirty="0"/>
              <a:t> </a:t>
            </a:r>
            <a:r>
              <a:rPr lang="en-IN" dirty="0" err="1"/>
              <a:t>addMutation.mutate</a:t>
            </a:r>
            <a:r>
              <a:rPr lang="en-IN" dirty="0"/>
              <a:t>(data);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 Mutation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 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updateMutation</a:t>
            </a:r>
            <a:r>
              <a:rPr lang="en-IN" dirty="0"/>
              <a:t> = </a:t>
            </a:r>
            <a:r>
              <a:rPr lang="en-IN" dirty="0" err="1"/>
              <a:t>useMutation</a:t>
            </a:r>
            <a:r>
              <a:rPr lang="en-IN" dirty="0"/>
              <a:t>({</a:t>
            </a:r>
          </a:p>
          <a:p>
            <a:r>
              <a:rPr lang="en-IN" dirty="0"/>
              <a:t>    </a:t>
            </a:r>
            <a:r>
              <a:rPr lang="en-IN" dirty="0" err="1"/>
              <a:t>mutationFn</a:t>
            </a:r>
            <a:r>
              <a:rPr lang="en-IN" dirty="0"/>
              <a:t>: ({ id, data }: any) =&gt; </a:t>
            </a:r>
            <a:r>
              <a:rPr lang="en-IN" dirty="0" err="1"/>
              <a:t>updateEmployee</a:t>
            </a:r>
            <a:r>
              <a:rPr lang="en-IN" dirty="0"/>
              <a:t>(id, data),</a:t>
            </a:r>
          </a:p>
          <a:p>
            <a:r>
              <a:rPr lang="en-IN" dirty="0"/>
              <a:t>    </a:t>
            </a:r>
            <a:r>
              <a:rPr lang="en-IN" dirty="0" err="1"/>
              <a:t>onSuccess</a:t>
            </a:r>
            <a:r>
              <a:rPr lang="en-IN" dirty="0"/>
              <a:t>: () =&gt; {</a:t>
            </a:r>
          </a:p>
          <a:p>
            <a:r>
              <a:rPr lang="en-IN" dirty="0"/>
              <a:t>      </a:t>
            </a:r>
            <a:r>
              <a:rPr lang="en-IN" dirty="0" err="1"/>
              <a:t>queryClient.invalidateQueries</a:t>
            </a:r>
            <a:r>
              <a:rPr lang="en-IN" dirty="0"/>
              <a:t>({ </a:t>
            </a:r>
            <a:r>
              <a:rPr lang="en-IN" dirty="0" err="1"/>
              <a:t>queryKey</a:t>
            </a:r>
            <a:r>
              <a:rPr lang="en-IN" dirty="0"/>
              <a:t>: ["employees"] });</a:t>
            </a:r>
          </a:p>
          <a:p>
            <a:r>
              <a:rPr lang="en-IN" dirty="0"/>
              <a:t>      navigate("/employee");</a:t>
            </a:r>
          </a:p>
          <a:p>
            <a:r>
              <a:rPr lang="en-IN" dirty="0"/>
              <a:t>    },</a:t>
            </a:r>
          </a:p>
          <a:p>
            <a:r>
              <a:rPr lang="en-IN" dirty="0"/>
              <a:t>  });</a:t>
            </a:r>
          </a:p>
          <a:p>
            <a:endParaRPr lang="en-IN" dirty="0" smtClean="0"/>
          </a:p>
          <a:p>
            <a:endParaRPr lang="en-IN" dirty="0"/>
          </a:p>
          <a:p>
            <a:r>
              <a:rPr lang="en-IN" dirty="0"/>
              <a:t>  </a:t>
            </a:r>
            <a:r>
              <a:rPr lang="en-IN" dirty="0" err="1"/>
              <a:t>updateMutation.mutate</a:t>
            </a:r>
            <a:r>
              <a:rPr lang="en-IN" dirty="0"/>
              <a:t>({ id: Number(id), </a:t>
            </a:r>
            <a:r>
              <a:rPr lang="en-IN" dirty="0" err="1"/>
              <a:t>data:data</a:t>
            </a:r>
            <a:r>
              <a:rPr lang="en-IN" dirty="0"/>
              <a:t> 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7925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Mutation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deleteMutation</a:t>
            </a:r>
            <a:r>
              <a:rPr lang="en-IN" dirty="0"/>
              <a:t> = </a:t>
            </a:r>
            <a:r>
              <a:rPr lang="en-IN" dirty="0" err="1"/>
              <a:t>useMutation</a:t>
            </a:r>
            <a:r>
              <a:rPr lang="en-IN" dirty="0"/>
              <a:t>({</a:t>
            </a:r>
          </a:p>
          <a:p>
            <a:r>
              <a:rPr lang="en-IN" dirty="0"/>
              <a:t>    </a:t>
            </a:r>
            <a:r>
              <a:rPr lang="en-IN" dirty="0" err="1"/>
              <a:t>mutationFn</a:t>
            </a:r>
            <a:r>
              <a:rPr lang="en-IN" dirty="0"/>
              <a:t>: (id: number) =&gt; </a:t>
            </a:r>
            <a:r>
              <a:rPr lang="en-IN" dirty="0" err="1"/>
              <a:t>deleteEmployee</a:t>
            </a:r>
            <a:r>
              <a:rPr lang="en-IN" dirty="0"/>
              <a:t>(id), // API call</a:t>
            </a:r>
          </a:p>
          <a:p>
            <a:r>
              <a:rPr lang="en-IN" dirty="0"/>
              <a:t>    </a:t>
            </a:r>
            <a:r>
              <a:rPr lang="en-IN" dirty="0" err="1"/>
              <a:t>onSuccess</a:t>
            </a:r>
            <a:r>
              <a:rPr lang="en-IN" dirty="0"/>
              <a:t>: () =&gt; {</a:t>
            </a:r>
          </a:p>
          <a:p>
            <a:r>
              <a:rPr lang="en-IN" dirty="0"/>
              <a:t>      </a:t>
            </a:r>
            <a:r>
              <a:rPr lang="en-IN" dirty="0" err="1"/>
              <a:t>queryClient.invalidateQueries</a:t>
            </a:r>
            <a:r>
              <a:rPr lang="en-IN" dirty="0"/>
              <a:t>({ </a:t>
            </a:r>
            <a:r>
              <a:rPr lang="en-IN" dirty="0" err="1"/>
              <a:t>queryKey</a:t>
            </a:r>
            <a:r>
              <a:rPr lang="en-IN" dirty="0"/>
              <a:t>: ['employees'] });</a:t>
            </a:r>
          </a:p>
          <a:p>
            <a:r>
              <a:rPr lang="en-IN" dirty="0"/>
              <a:t>    }</a:t>
            </a:r>
          </a:p>
          <a:p>
            <a:r>
              <a:rPr lang="en-IN" dirty="0"/>
              <a:t>  </a:t>
            </a:r>
            <a:r>
              <a:rPr lang="en-IN" dirty="0" smtClean="0"/>
              <a:t>});</a:t>
            </a:r>
          </a:p>
          <a:p>
            <a:r>
              <a:rPr lang="en-IN" dirty="0"/>
              <a:t>   </a:t>
            </a:r>
            <a:r>
              <a:rPr lang="en-IN" dirty="0" err="1"/>
              <a:t>deleteMutation.mutate</a:t>
            </a:r>
            <a:r>
              <a:rPr lang="en-IN" dirty="0"/>
              <a:t>(id);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43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invalidateQueries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Marks data stale</a:t>
            </a:r>
          </a:p>
          <a:p>
            <a:r>
              <a:rPr dirty="0"/>
              <a:t>- Triggers </a:t>
            </a:r>
            <a:r>
              <a:rPr dirty="0" err="1"/>
              <a:t>refetch</a:t>
            </a:r>
            <a:endParaRPr dirty="0"/>
          </a:p>
          <a:p>
            <a:r>
              <a:rPr dirty="0"/>
              <a:t>Used after add/update/delete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useQuery</a:t>
            </a:r>
            <a:r>
              <a:rPr lang="en-IN" dirty="0"/>
              <a:t> → “Read from DB”</a:t>
            </a:r>
          </a:p>
          <a:p>
            <a:r>
              <a:rPr lang="en-IN" dirty="0" err="1"/>
              <a:t>useMutation</a:t>
            </a:r>
            <a:r>
              <a:rPr lang="en-IN" dirty="0"/>
              <a:t> → “Write to DB”</a:t>
            </a:r>
          </a:p>
          <a:p>
            <a:r>
              <a:rPr lang="en-IN" dirty="0" err="1"/>
              <a:t>invalidateQueries</a:t>
            </a:r>
            <a:r>
              <a:rPr lang="en-IN" dirty="0"/>
              <a:t> → “Reload from DB”</a:t>
            </a:r>
          </a:p>
          <a:p>
            <a:r>
              <a:rPr lang="en-IN" dirty="0" err="1"/>
              <a:t>setQueryData</a:t>
            </a:r>
            <a:r>
              <a:rPr lang="en-IN" dirty="0"/>
              <a:t> → “Update UI cache manually”</a:t>
            </a:r>
          </a:p>
        </p:txBody>
      </p:sp>
    </p:spTree>
    <p:extLst>
      <p:ext uri="{BB962C8B-B14F-4D97-AF65-F5344CB8AC3E}">
        <p14:creationId xmlns:p14="http://schemas.microsoft.com/office/powerpoint/2010/main" val="65269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Optimistic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Update UI before API</a:t>
            </a:r>
          </a:p>
          <a:p>
            <a:r>
              <a:rPr dirty="0"/>
              <a:t>- Rollback on failure</a:t>
            </a:r>
          </a:p>
          <a:p>
            <a:r>
              <a:rPr dirty="0"/>
              <a:t>- Improves UX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Use global </a:t>
            </a:r>
            <a:r>
              <a:rPr dirty="0" err="1"/>
              <a:t>config</a:t>
            </a:r>
            <a:endParaRPr dirty="0"/>
          </a:p>
          <a:p>
            <a:r>
              <a:rPr dirty="0"/>
              <a:t>- Proper </a:t>
            </a:r>
            <a:r>
              <a:rPr dirty="0" err="1"/>
              <a:t>queryKeys</a:t>
            </a:r>
            <a:endParaRPr dirty="0"/>
          </a:p>
          <a:p>
            <a:r>
              <a:rPr dirty="0"/>
              <a:t>- Invalidate after mutation</a:t>
            </a:r>
          </a:p>
          <a:p>
            <a:r>
              <a:rPr dirty="0"/>
              <a:t>- Avoid over-fetching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Understanding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smtClean="0"/>
              <a:t>-</a:t>
            </a:r>
            <a:r>
              <a:rPr lang="en-US" b="1" dirty="0"/>
              <a:t> Before (</a:t>
            </a:r>
            <a:r>
              <a:rPr lang="en-US" b="1" dirty="0" err="1"/>
              <a:t>useEffect</a:t>
            </a:r>
            <a:r>
              <a:rPr lang="en-US" b="1" dirty="0"/>
              <a:t>)</a:t>
            </a:r>
          </a:p>
          <a:p>
            <a:r>
              <a:rPr lang="en-US" dirty="0"/>
              <a:t>Manual API calls </a:t>
            </a:r>
          </a:p>
          <a:p>
            <a:r>
              <a:rPr lang="en-US" dirty="0"/>
              <a:t>Manual loading </a:t>
            </a:r>
          </a:p>
          <a:p>
            <a:r>
              <a:rPr lang="en-US" dirty="0"/>
              <a:t>Manual refresh </a:t>
            </a:r>
            <a:endParaRPr lang="en-US" dirty="0" smtClean="0"/>
          </a:p>
          <a:p>
            <a:endParaRPr lang="en-US" dirty="0"/>
          </a:p>
          <a:p>
            <a:r>
              <a:rPr lang="en-US" b="1" dirty="0"/>
              <a:t>After (</a:t>
            </a:r>
            <a:r>
              <a:rPr lang="en-US" b="1" dirty="0" err="1"/>
              <a:t>TanStack</a:t>
            </a:r>
            <a:r>
              <a:rPr lang="en-US" b="1" dirty="0"/>
              <a:t> Query)</a:t>
            </a:r>
          </a:p>
          <a:p>
            <a:r>
              <a:rPr lang="en-US" dirty="0"/>
              <a:t>Auto caching </a:t>
            </a:r>
          </a:p>
          <a:p>
            <a:r>
              <a:rPr lang="en-US" dirty="0"/>
              <a:t>Auto </a:t>
            </a:r>
            <a:r>
              <a:rPr lang="en-US" dirty="0" err="1"/>
              <a:t>refetch</a:t>
            </a:r>
            <a:r>
              <a:rPr lang="en-US" dirty="0"/>
              <a:t> </a:t>
            </a:r>
          </a:p>
          <a:p>
            <a:r>
              <a:rPr lang="en-US" dirty="0"/>
              <a:t>Clean mutations </a:t>
            </a:r>
          </a:p>
          <a:p>
            <a:r>
              <a:rPr lang="en-US" dirty="0"/>
              <a:t>Better testing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403</Words>
  <Application>Microsoft Office PowerPoint</Application>
  <PresentationFormat>On-screen Show (4:3)</PresentationFormat>
  <Paragraphs>131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TanStack Query</vt:lpstr>
      <vt:lpstr>Problems with useEffect</vt:lpstr>
      <vt:lpstr>Why TanStack Query?</vt:lpstr>
      <vt:lpstr>Setup</vt:lpstr>
      <vt:lpstr>QueryClient Setup</vt:lpstr>
      <vt:lpstr>useQuery Example</vt:lpstr>
      <vt:lpstr>How it actually works</vt:lpstr>
      <vt:lpstr>What is staleTime?</vt:lpstr>
      <vt:lpstr>staleTime</vt:lpstr>
      <vt:lpstr>Best Practice</vt:lpstr>
      <vt:lpstr>queryKey Concept</vt:lpstr>
      <vt:lpstr>Caching Strategies </vt:lpstr>
      <vt:lpstr>staleTime</vt:lpstr>
      <vt:lpstr>gcTime (cacheTime)</vt:lpstr>
      <vt:lpstr>staleTime vs gcTime</vt:lpstr>
      <vt:lpstr>Manual Cache Update</vt:lpstr>
      <vt:lpstr>Mutations</vt:lpstr>
      <vt:lpstr>useMutation Example</vt:lpstr>
      <vt:lpstr>Update Mutation</vt:lpstr>
      <vt:lpstr>Delete Mutation</vt:lpstr>
      <vt:lpstr>invalidateQueries</vt:lpstr>
      <vt:lpstr>Simple Analogy</vt:lpstr>
      <vt:lpstr>Optimistic Update</vt:lpstr>
      <vt:lpstr>Best Practices</vt:lpstr>
      <vt:lpstr>Final Understanding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TanStack Query</dc:title>
  <dc:subject/>
  <dc:creator/>
  <cp:keywords/>
  <dc:description>generated using python-pptx</dc:description>
  <cp:lastModifiedBy>ALBIN XAVIER</cp:lastModifiedBy>
  <cp:revision>37</cp:revision>
  <dcterms:created xsi:type="dcterms:W3CDTF">2013-01-27T09:14:16Z</dcterms:created>
  <dcterms:modified xsi:type="dcterms:W3CDTF">2026-04-02T06:04:29Z</dcterms:modified>
  <cp:category/>
</cp:coreProperties>
</file>